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21599525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BCC8"/>
    <a:srgbClr val="8DC7D1"/>
    <a:srgbClr val="138FA3"/>
    <a:srgbClr val="978DC3"/>
    <a:srgbClr val="9388C1"/>
    <a:srgbClr val="7667B1"/>
    <a:srgbClr val="D7D3E9"/>
    <a:srgbClr val="47F9C6"/>
    <a:srgbClr val="41BFFF"/>
    <a:srgbClr val="CF8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93"/>
  </p:normalViewPr>
  <p:slideViewPr>
    <p:cSldViewPr snapToGrid="0">
      <p:cViewPr>
        <p:scale>
          <a:sx n="71" d="100"/>
          <a:sy n="71" d="100"/>
        </p:scale>
        <p:origin x="64" y="-4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 (Next token)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[EOS]</c:v>
                </c:pt>
                <c:pt idx="1">
                  <c:v>others</c:v>
                </c:pt>
                <c:pt idx="2">
                  <c:v>O</c:v>
                </c:pt>
                <c:pt idx="3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0.09</c:v>
                </c:pt>
                <c:pt idx="2">
                  <c:v>0.18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91-4543-BD70-1B06A0BFB8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96041727"/>
        <c:axId val="1296039935"/>
      </c:barChart>
      <c:catAx>
        <c:axId val="12960417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296039935"/>
        <c:crosses val="autoZero"/>
        <c:auto val="1"/>
        <c:lblAlgn val="ctr"/>
        <c:lblOffset val="100"/>
        <c:noMultiLvlLbl val="0"/>
      </c:catAx>
      <c:valAx>
        <c:axId val="1296039935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29604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48827874195589"/>
          <c:y val="6.7805689538035924E-2"/>
          <c:w val="0.69104020957599577"/>
          <c:h val="0.784490916751609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 (Next token)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[EOS]</c:v>
                </c:pt>
                <c:pt idx="1">
                  <c:v>others</c:v>
                </c:pt>
                <c:pt idx="2">
                  <c:v>O</c:v>
                </c:pt>
                <c:pt idx="3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0.05</c:v>
                </c:pt>
                <c:pt idx="1">
                  <c:v>0.13</c:v>
                </c:pt>
                <c:pt idx="2">
                  <c:v>0.25</c:v>
                </c:pt>
                <c:pt idx="3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F0-E84E-AC3C-81E86CA33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96041727"/>
        <c:axId val="1296039935"/>
      </c:barChart>
      <c:catAx>
        <c:axId val="12960417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296039935"/>
        <c:crosses val="autoZero"/>
        <c:auto val="1"/>
        <c:lblAlgn val="ctr"/>
        <c:lblOffset val="100"/>
        <c:noMultiLvlLbl val="0"/>
      </c:catAx>
      <c:valAx>
        <c:axId val="1296039935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29604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528581364143995"/>
          <c:y val="6.2155215409866259E-2"/>
          <c:w val="0.70500597044946223"/>
          <c:h val="0.784490916751609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 (Next token)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[EOS]</c:v>
                </c:pt>
                <c:pt idx="1">
                  <c:v>others</c:v>
                </c:pt>
                <c:pt idx="2">
                  <c:v>O</c:v>
                </c:pt>
                <c:pt idx="3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0.09</c:v>
                </c:pt>
                <c:pt idx="2">
                  <c:v>0.18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91-4543-BD70-1B06A0BFB8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96041727"/>
        <c:axId val="1296039935"/>
      </c:barChart>
      <c:catAx>
        <c:axId val="12960417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6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296039935"/>
        <c:crosses val="autoZero"/>
        <c:auto val="1"/>
        <c:lblAlgn val="ctr"/>
        <c:lblOffset val="100"/>
        <c:noMultiLvlLbl val="0"/>
      </c:catAx>
      <c:valAx>
        <c:axId val="1296039935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296041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7AA0D-BFA6-844C-BAB5-FA968FE75E14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29810-37F5-9446-9166-EBFD13E847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301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SPRi</a:t>
            </a:r>
            <a:r>
              <a:rPr kumimoji="1" lang="zh-CN" altLang="en-US" dirty="0"/>
              <a:t>到底写啥名字待定 </a:t>
            </a:r>
            <a:r>
              <a:rPr kumimoji="1" lang="en-US" altLang="zh-CN" dirty="0"/>
              <a:t>UHTS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29810-37F5-9446-9166-EBFD13E847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694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295E-B54E-7B75-6A92-B07D5555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693745-F25A-5538-D881-2A72E6858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8212AB-BE7E-A5DB-6168-498F5E656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SPRi</a:t>
            </a:r>
            <a:r>
              <a:rPr kumimoji="1" lang="zh-CN" altLang="en-US" dirty="0"/>
              <a:t>到底写啥名字待定 </a:t>
            </a:r>
            <a:r>
              <a:rPr kumimoji="1" lang="en-US" altLang="zh-CN" dirty="0"/>
              <a:t>UHTS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E53D1-D663-9232-A398-F38ADAF4B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29810-37F5-9446-9166-EBFD13E8477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8743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4713405"/>
            <a:ext cx="18359596" cy="10026815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5126892"/>
            <a:ext cx="16199644" cy="6953434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867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149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7180114"/>
            <a:ext cx="18629590" cy="11980175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19273626"/>
            <a:ext cx="18629590" cy="6300091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309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7666780"/>
            <a:ext cx="9179798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7666780"/>
            <a:ext cx="9179798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778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533362"/>
            <a:ext cx="18629590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060106"/>
            <a:ext cx="9137610" cy="3460049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0520155"/>
            <a:ext cx="9137610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060106"/>
            <a:ext cx="9182611" cy="3460049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0520155"/>
            <a:ext cx="9182611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396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8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9337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920028"/>
            <a:ext cx="6966409" cy="672009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146734"/>
            <a:ext cx="10934760" cy="20466969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8640127"/>
            <a:ext cx="6966409" cy="16006905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461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920028"/>
            <a:ext cx="6966409" cy="672009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146734"/>
            <a:ext cx="10934760" cy="20466969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8640127"/>
            <a:ext cx="6966409" cy="16006905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955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45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533356"/>
            <a:ext cx="4657398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533356"/>
            <a:ext cx="13702199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073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533362"/>
            <a:ext cx="18629590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7666780"/>
            <a:ext cx="18629590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26693734"/>
            <a:ext cx="4859893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541E8-A501-3C4F-8AFE-B01BF0B8FE38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26693734"/>
            <a:ext cx="728984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26693734"/>
            <a:ext cx="4859893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9A866-32F0-F045-BFB2-57D089DABB8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6309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hart" Target="../charts/chart2.xml"/><Relationship Id="rId18" Type="http://schemas.openxmlformats.org/officeDocument/2006/relationships/image" Target="../media/image11.emf"/><Relationship Id="rId26" Type="http://schemas.openxmlformats.org/officeDocument/2006/relationships/image" Target="../media/image18.png"/><Relationship Id="rId3" Type="http://schemas.openxmlformats.org/officeDocument/2006/relationships/chart" Target="../charts/chart1.xml"/><Relationship Id="rId21" Type="http://schemas.openxmlformats.org/officeDocument/2006/relationships/image" Target="../media/image14.emf"/><Relationship Id="rId7" Type="http://schemas.microsoft.com/office/2007/relationships/hdphoto" Target="../media/hdphoto2.wdp"/><Relationship Id="rId12" Type="http://schemas.openxmlformats.org/officeDocument/2006/relationships/image" Target="../media/image6.png"/><Relationship Id="rId17" Type="http://schemas.openxmlformats.org/officeDocument/2006/relationships/image" Target="../media/image10.emf"/><Relationship Id="rId25" Type="http://schemas.openxmlformats.org/officeDocument/2006/relationships/image" Target="../media/image17.png"/><Relationship Id="rId3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emf"/><Relationship Id="rId20" Type="http://schemas.openxmlformats.org/officeDocument/2006/relationships/image" Target="../media/image13.emf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24" Type="http://schemas.microsoft.com/office/2007/relationships/hdphoto" Target="../media/hdphoto4.wdp"/><Relationship Id="rId32" Type="http://schemas.openxmlformats.org/officeDocument/2006/relationships/image" Target="../media/image24.png"/><Relationship Id="rId5" Type="http://schemas.microsoft.com/office/2007/relationships/hdphoto" Target="../media/hdphoto1.wdp"/><Relationship Id="rId15" Type="http://schemas.openxmlformats.org/officeDocument/2006/relationships/image" Target="../media/image8.emf"/><Relationship Id="rId23" Type="http://schemas.openxmlformats.org/officeDocument/2006/relationships/image" Target="../media/image16.png"/><Relationship Id="rId28" Type="http://schemas.openxmlformats.org/officeDocument/2006/relationships/image" Target="../media/image20.png"/><Relationship Id="rId10" Type="http://schemas.openxmlformats.org/officeDocument/2006/relationships/image" Target="../media/image4.png"/><Relationship Id="rId19" Type="http://schemas.openxmlformats.org/officeDocument/2006/relationships/image" Target="../media/image12.emf"/><Relationship Id="rId31" Type="http://schemas.openxmlformats.org/officeDocument/2006/relationships/image" Target="../media/image17.svg"/><Relationship Id="rId4" Type="http://schemas.openxmlformats.org/officeDocument/2006/relationships/image" Target="../media/image1.png"/><Relationship Id="rId9" Type="http://schemas.microsoft.com/office/2007/relationships/hdphoto" Target="../media/hdphoto3.wdp"/><Relationship Id="rId14" Type="http://schemas.openxmlformats.org/officeDocument/2006/relationships/image" Target="../media/image7.png"/><Relationship Id="rId22" Type="http://schemas.openxmlformats.org/officeDocument/2006/relationships/image" Target="../media/image15.emf"/><Relationship Id="rId27" Type="http://schemas.openxmlformats.org/officeDocument/2006/relationships/image" Target="../media/image19.png"/><Relationship Id="rId30" Type="http://schemas.openxmlformats.org/officeDocument/2006/relationships/image" Target="../media/image22.png"/><Relationship Id="rId8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26.png"/><Relationship Id="rId26" Type="http://schemas.openxmlformats.org/officeDocument/2006/relationships/image" Target="../media/image33.emf"/><Relationship Id="rId21" Type="http://schemas.openxmlformats.org/officeDocument/2006/relationships/image" Target="../media/image29.png"/><Relationship Id="rId34" Type="http://schemas.openxmlformats.org/officeDocument/2006/relationships/image" Target="../media/image37.png"/><Relationship Id="rId7" Type="http://schemas.openxmlformats.org/officeDocument/2006/relationships/image" Target="../media/image4.png"/><Relationship Id="rId12" Type="http://schemas.openxmlformats.org/officeDocument/2006/relationships/image" Target="../media/image10.emf"/><Relationship Id="rId17" Type="http://schemas.openxmlformats.org/officeDocument/2006/relationships/image" Target="../media/image23.png"/><Relationship Id="rId25" Type="http://schemas.openxmlformats.org/officeDocument/2006/relationships/image" Target="../media/image15.emf"/><Relationship Id="rId33" Type="http://schemas.microsoft.com/office/2007/relationships/hdphoto" Target="../media/hdphoto3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emf"/><Relationship Id="rId20" Type="http://schemas.openxmlformats.org/officeDocument/2006/relationships/image" Target="../media/image28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9.emf"/><Relationship Id="rId24" Type="http://schemas.openxmlformats.org/officeDocument/2006/relationships/image" Target="../media/image32.png"/><Relationship Id="rId32" Type="http://schemas.openxmlformats.org/officeDocument/2006/relationships/image" Target="../media/image3.png"/><Relationship Id="rId37" Type="http://schemas.openxmlformats.org/officeDocument/2006/relationships/image" Target="../media/image39.emf"/><Relationship Id="rId5" Type="http://schemas.openxmlformats.org/officeDocument/2006/relationships/image" Target="../media/image2.png"/><Relationship Id="rId15" Type="http://schemas.openxmlformats.org/officeDocument/2006/relationships/image" Target="../media/image13.emf"/><Relationship Id="rId23" Type="http://schemas.openxmlformats.org/officeDocument/2006/relationships/image" Target="../media/image31.png"/><Relationship Id="rId28" Type="http://schemas.microsoft.com/office/2007/relationships/hdphoto" Target="../media/hdphoto4.wdp"/><Relationship Id="rId36" Type="http://schemas.openxmlformats.org/officeDocument/2006/relationships/image" Target="../media/image38.emf"/><Relationship Id="rId10" Type="http://schemas.openxmlformats.org/officeDocument/2006/relationships/image" Target="../media/image8.emf"/><Relationship Id="rId19" Type="http://schemas.openxmlformats.org/officeDocument/2006/relationships/image" Target="../media/image27.png"/><Relationship Id="rId31" Type="http://schemas.openxmlformats.org/officeDocument/2006/relationships/image" Target="../media/image36.emf"/><Relationship Id="rId4" Type="http://schemas.openxmlformats.org/officeDocument/2006/relationships/chart" Target="../charts/chart3.xml"/><Relationship Id="rId9" Type="http://schemas.openxmlformats.org/officeDocument/2006/relationships/image" Target="../media/image6.png"/><Relationship Id="rId14" Type="http://schemas.openxmlformats.org/officeDocument/2006/relationships/image" Target="../media/image12.emf"/><Relationship Id="rId22" Type="http://schemas.openxmlformats.org/officeDocument/2006/relationships/image" Target="../media/image30.png"/><Relationship Id="rId27" Type="http://schemas.openxmlformats.org/officeDocument/2006/relationships/image" Target="../media/image16.png"/><Relationship Id="rId30" Type="http://schemas.openxmlformats.org/officeDocument/2006/relationships/image" Target="../media/image35.png"/><Relationship Id="rId35" Type="http://schemas.microsoft.com/office/2007/relationships/hdphoto" Target="../media/hdphoto5.wdp"/><Relationship Id="rId8" Type="http://schemas.openxmlformats.org/officeDocument/2006/relationships/image" Target="../media/image5.png"/><Relationship Id="rId3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组合 677">
            <a:extLst>
              <a:ext uri="{FF2B5EF4-FFF2-40B4-BE49-F238E27FC236}">
                <a16:creationId xmlns:a16="http://schemas.microsoft.com/office/drawing/2014/main" id="{72BE12B1-FA28-2D18-397F-A981B2E35DF7}"/>
              </a:ext>
            </a:extLst>
          </p:cNvPr>
          <p:cNvGrpSpPr/>
          <p:nvPr/>
        </p:nvGrpSpPr>
        <p:grpSpPr>
          <a:xfrm>
            <a:off x="5741786" y="20290311"/>
            <a:ext cx="961356" cy="320464"/>
            <a:chOff x="2826931" y="15262837"/>
            <a:chExt cx="961356" cy="320464"/>
          </a:xfrm>
          <a:solidFill>
            <a:schemeClr val="bg1">
              <a:lumMod val="75000"/>
            </a:schemeClr>
          </a:solidFill>
        </p:grpSpPr>
        <p:grpSp>
          <p:nvGrpSpPr>
            <p:cNvPr id="679" name="组合 678">
              <a:extLst>
                <a:ext uri="{FF2B5EF4-FFF2-40B4-BE49-F238E27FC236}">
                  <a16:creationId xmlns:a16="http://schemas.microsoft.com/office/drawing/2014/main" id="{A86D632B-55CE-0018-6B6C-7D1C4A3A15BA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89" name="组合 688">
                <a:extLst>
                  <a:ext uri="{FF2B5EF4-FFF2-40B4-BE49-F238E27FC236}">
                    <a16:creationId xmlns:a16="http://schemas.microsoft.com/office/drawing/2014/main" id="{7EDAD2B2-DDC1-C3A7-BFB9-01BF770BCE6B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94" name="矩形 693">
                  <a:extLst>
                    <a:ext uri="{FF2B5EF4-FFF2-40B4-BE49-F238E27FC236}">
                      <a16:creationId xmlns:a16="http://schemas.microsoft.com/office/drawing/2014/main" id="{E682B025-4BDB-0069-1616-DFF12124A62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95" name="矩形 694">
                  <a:extLst>
                    <a:ext uri="{FF2B5EF4-FFF2-40B4-BE49-F238E27FC236}">
                      <a16:creationId xmlns:a16="http://schemas.microsoft.com/office/drawing/2014/main" id="{BCB527C9-616B-DFD9-9ECD-B74ACA1E40C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96" name="矩形 695">
                  <a:extLst>
                    <a:ext uri="{FF2B5EF4-FFF2-40B4-BE49-F238E27FC236}">
                      <a16:creationId xmlns:a16="http://schemas.microsoft.com/office/drawing/2014/main" id="{64013838-41EA-FB27-CFA3-49454AF2E6F2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90" name="组合 689">
                <a:extLst>
                  <a:ext uri="{FF2B5EF4-FFF2-40B4-BE49-F238E27FC236}">
                    <a16:creationId xmlns:a16="http://schemas.microsoft.com/office/drawing/2014/main" id="{CFFFA93A-C42E-E9C7-FF1B-2E0DA4A7B0F9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91" name="矩形 690">
                  <a:extLst>
                    <a:ext uri="{FF2B5EF4-FFF2-40B4-BE49-F238E27FC236}">
                      <a16:creationId xmlns:a16="http://schemas.microsoft.com/office/drawing/2014/main" id="{00561756-230C-CC66-217D-532B0B9ABA1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92" name="矩形 691">
                  <a:extLst>
                    <a:ext uri="{FF2B5EF4-FFF2-40B4-BE49-F238E27FC236}">
                      <a16:creationId xmlns:a16="http://schemas.microsoft.com/office/drawing/2014/main" id="{F2F35FC1-186D-6AC0-6A66-6EF160FE8FFD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93" name="矩形 692">
                  <a:extLst>
                    <a:ext uri="{FF2B5EF4-FFF2-40B4-BE49-F238E27FC236}">
                      <a16:creationId xmlns:a16="http://schemas.microsoft.com/office/drawing/2014/main" id="{6FF8EA50-23F3-7F8C-ED17-B50569C4B1E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680" name="组合 679">
              <a:extLst>
                <a:ext uri="{FF2B5EF4-FFF2-40B4-BE49-F238E27FC236}">
                  <a16:creationId xmlns:a16="http://schemas.microsoft.com/office/drawing/2014/main" id="{262B1A0D-4850-0DFD-24E4-6C73356AF33F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81" name="组合 680">
                <a:extLst>
                  <a:ext uri="{FF2B5EF4-FFF2-40B4-BE49-F238E27FC236}">
                    <a16:creationId xmlns:a16="http://schemas.microsoft.com/office/drawing/2014/main" id="{9DA031E8-B4AA-9A6B-6AE7-3DB46E59DFB4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86" name="矩形 685">
                  <a:extLst>
                    <a:ext uri="{FF2B5EF4-FFF2-40B4-BE49-F238E27FC236}">
                      <a16:creationId xmlns:a16="http://schemas.microsoft.com/office/drawing/2014/main" id="{CA103B5A-1FEE-D594-E1EF-23BFD958F295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87" name="矩形 686">
                  <a:extLst>
                    <a:ext uri="{FF2B5EF4-FFF2-40B4-BE49-F238E27FC236}">
                      <a16:creationId xmlns:a16="http://schemas.microsoft.com/office/drawing/2014/main" id="{862D4885-2E92-182E-58A1-5AD084CD73A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88" name="矩形 687">
                  <a:extLst>
                    <a:ext uri="{FF2B5EF4-FFF2-40B4-BE49-F238E27FC236}">
                      <a16:creationId xmlns:a16="http://schemas.microsoft.com/office/drawing/2014/main" id="{4A87CA6E-8CE8-1BE4-6F18-6669608FF8B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82" name="组合 681">
                <a:extLst>
                  <a:ext uri="{FF2B5EF4-FFF2-40B4-BE49-F238E27FC236}">
                    <a16:creationId xmlns:a16="http://schemas.microsoft.com/office/drawing/2014/main" id="{08D1084A-ED70-B67C-341E-548B27203EB2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83" name="矩形 682">
                  <a:extLst>
                    <a:ext uri="{FF2B5EF4-FFF2-40B4-BE49-F238E27FC236}">
                      <a16:creationId xmlns:a16="http://schemas.microsoft.com/office/drawing/2014/main" id="{8B66A888-30F6-5BB0-DD2E-7C80CD7B374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84" name="矩形 683">
                  <a:extLst>
                    <a:ext uri="{FF2B5EF4-FFF2-40B4-BE49-F238E27FC236}">
                      <a16:creationId xmlns:a16="http://schemas.microsoft.com/office/drawing/2014/main" id="{5FDA1B67-371F-D9D2-29DE-6740304DF04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85" name="矩形 684">
                  <a:extLst>
                    <a:ext uri="{FF2B5EF4-FFF2-40B4-BE49-F238E27FC236}">
                      <a16:creationId xmlns:a16="http://schemas.microsoft.com/office/drawing/2014/main" id="{A68D86E1-6CF2-7875-14B8-4F34F36A9948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E0CDB76-D3E3-E173-AB82-07653FC85976}"/>
              </a:ext>
            </a:extLst>
          </p:cNvPr>
          <p:cNvCxnSpPr>
            <a:cxnSpLocks/>
          </p:cNvCxnSpPr>
          <p:nvPr/>
        </p:nvCxnSpPr>
        <p:spPr>
          <a:xfrm flipV="1">
            <a:off x="4932660" y="3009334"/>
            <a:ext cx="41259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A2B773D-B3C2-881B-407F-7F9B9E7BA06D}"/>
              </a:ext>
            </a:extLst>
          </p:cNvPr>
          <p:cNvSpPr/>
          <p:nvPr/>
        </p:nvSpPr>
        <p:spPr>
          <a:xfrm rot="16200000">
            <a:off x="4419700" y="2814188"/>
            <a:ext cx="2419814" cy="390293"/>
          </a:xfrm>
          <a:prstGeom prst="roundRect">
            <a:avLst>
              <a:gd name="adj" fmla="val 15268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SMILES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Tokenizer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A9D6D03-A246-C1C0-F397-7481E7C32690}"/>
              </a:ext>
            </a:extLst>
          </p:cNvPr>
          <p:cNvCxnSpPr>
            <a:cxnSpLocks/>
          </p:cNvCxnSpPr>
          <p:nvPr/>
        </p:nvCxnSpPr>
        <p:spPr>
          <a:xfrm flipV="1">
            <a:off x="5936266" y="3009333"/>
            <a:ext cx="41259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4009FA3-B164-C262-7F9D-6C0AC6E1D6FA}"/>
              </a:ext>
            </a:extLst>
          </p:cNvPr>
          <p:cNvSpPr txBox="1"/>
          <p:nvPr/>
        </p:nvSpPr>
        <p:spPr>
          <a:xfrm>
            <a:off x="1883089" y="3911465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~9.5M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ZINC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molecules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6305041-DDBF-9793-B305-BBC315D13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21683"/>
              </p:ext>
            </p:extLst>
          </p:nvPr>
        </p:nvGraphicFramePr>
        <p:xfrm>
          <a:off x="6460368" y="1208129"/>
          <a:ext cx="602173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173">
                  <a:extLst>
                    <a:ext uri="{9D8B030D-6E8A-4147-A177-3AD203B41FA5}">
                      <a16:colId xmlns:a16="http://schemas.microsoft.com/office/drawing/2014/main" val="3297113871"/>
                    </a:ext>
                  </a:extLst>
                </a:gridCol>
              </a:tblGrid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[BOS]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658208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GB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475051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82340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138769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98824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347954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757639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82492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00721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090911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00237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[EOS]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55449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BB86AA7A-1002-7C0C-1012-3B5BF24885FD}"/>
              </a:ext>
            </a:extLst>
          </p:cNvPr>
          <p:cNvSpPr/>
          <p:nvPr/>
        </p:nvSpPr>
        <p:spPr>
          <a:xfrm>
            <a:off x="1435363" y="477799"/>
            <a:ext cx="17805756" cy="4542436"/>
          </a:xfrm>
          <a:prstGeom prst="roundRect">
            <a:avLst>
              <a:gd name="adj" fmla="val 10022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F2BB81-1C99-BB34-A0EF-69EAE450BA87}"/>
              </a:ext>
            </a:extLst>
          </p:cNvPr>
          <p:cNvSpPr txBox="1"/>
          <p:nvPr/>
        </p:nvSpPr>
        <p:spPr>
          <a:xfrm>
            <a:off x="1883089" y="628806"/>
            <a:ext cx="9384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A. Molecular Pre-training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0AE32FD-9CF7-2FBA-9483-47353BF76769}"/>
              </a:ext>
            </a:extLst>
          </p:cNvPr>
          <p:cNvCxnSpPr>
            <a:cxnSpLocks/>
          </p:cNvCxnSpPr>
          <p:nvPr/>
        </p:nvCxnSpPr>
        <p:spPr>
          <a:xfrm flipV="1">
            <a:off x="7174050" y="3009329"/>
            <a:ext cx="41259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72A6E6C6-0A20-6EE8-D249-31DE794716D2}"/>
              </a:ext>
            </a:extLst>
          </p:cNvPr>
          <p:cNvGrpSpPr/>
          <p:nvPr/>
        </p:nvGrpSpPr>
        <p:grpSpPr>
          <a:xfrm>
            <a:off x="7698152" y="1610046"/>
            <a:ext cx="3511005" cy="2945238"/>
            <a:chOff x="7698152" y="1610046"/>
            <a:chExt cx="3511005" cy="2945238"/>
          </a:xfrm>
        </p:grpSpPr>
        <p:sp>
          <p:nvSpPr>
            <p:cNvPr id="319" name="圆角矩形 318">
              <a:extLst>
                <a:ext uri="{FF2B5EF4-FFF2-40B4-BE49-F238E27FC236}">
                  <a16:creationId xmlns:a16="http://schemas.microsoft.com/office/drawing/2014/main" id="{897B27E0-85C1-794E-70D9-758F372637B7}"/>
                </a:ext>
              </a:extLst>
            </p:cNvPr>
            <p:cNvSpPr/>
            <p:nvPr/>
          </p:nvSpPr>
          <p:spPr>
            <a:xfrm rot="5400000">
              <a:off x="8717315" y="138748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圆角矩形 320">
              <a:extLst>
                <a:ext uri="{FF2B5EF4-FFF2-40B4-BE49-F238E27FC236}">
                  <a16:creationId xmlns:a16="http://schemas.microsoft.com/office/drawing/2014/main" id="{EA58D5ED-8A47-9123-9265-EF189CCC0BB1}"/>
                </a:ext>
              </a:extLst>
            </p:cNvPr>
            <p:cNvSpPr/>
            <p:nvPr/>
          </p:nvSpPr>
          <p:spPr>
            <a:xfrm rot="5400000">
              <a:off x="8603514" y="1484053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圆角矩形 321">
              <a:extLst>
                <a:ext uri="{FF2B5EF4-FFF2-40B4-BE49-F238E27FC236}">
                  <a16:creationId xmlns:a16="http://schemas.microsoft.com/office/drawing/2014/main" id="{7D337E96-9ABB-DAAD-05D3-0F35BEE2D4B0}"/>
                </a:ext>
              </a:extLst>
            </p:cNvPr>
            <p:cNvSpPr/>
            <p:nvPr/>
          </p:nvSpPr>
          <p:spPr>
            <a:xfrm rot="5400000">
              <a:off x="8489713" y="158061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圆角矩形 322">
              <a:extLst>
                <a:ext uri="{FF2B5EF4-FFF2-40B4-BE49-F238E27FC236}">
                  <a16:creationId xmlns:a16="http://schemas.microsoft.com/office/drawing/2014/main" id="{B2D92CCA-CCB4-4AB5-F6B1-F0EEF78BF1F5}"/>
                </a:ext>
              </a:extLst>
            </p:cNvPr>
            <p:cNvSpPr/>
            <p:nvPr/>
          </p:nvSpPr>
          <p:spPr>
            <a:xfrm rot="5400000">
              <a:off x="8375912" y="1677183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圆角矩形 323">
              <a:extLst>
                <a:ext uri="{FF2B5EF4-FFF2-40B4-BE49-F238E27FC236}">
                  <a16:creationId xmlns:a16="http://schemas.microsoft.com/office/drawing/2014/main" id="{DA2BAE22-C088-7AB0-051C-358D1F150D41}"/>
                </a:ext>
              </a:extLst>
            </p:cNvPr>
            <p:cNvSpPr/>
            <p:nvPr/>
          </p:nvSpPr>
          <p:spPr>
            <a:xfrm rot="5400000">
              <a:off x="8262111" y="177374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圆角矩形 324">
              <a:extLst>
                <a:ext uri="{FF2B5EF4-FFF2-40B4-BE49-F238E27FC236}">
                  <a16:creationId xmlns:a16="http://schemas.microsoft.com/office/drawing/2014/main" id="{5DB34E19-E839-F5D2-1E63-3E44136AB54B}"/>
                </a:ext>
              </a:extLst>
            </p:cNvPr>
            <p:cNvSpPr/>
            <p:nvPr/>
          </p:nvSpPr>
          <p:spPr>
            <a:xfrm rot="5400000">
              <a:off x="8148310" y="1870313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圆角矩形 325">
              <a:extLst>
                <a:ext uri="{FF2B5EF4-FFF2-40B4-BE49-F238E27FC236}">
                  <a16:creationId xmlns:a16="http://schemas.microsoft.com/office/drawing/2014/main" id="{EE029DEF-6030-B39E-A961-8AAAA54BB28C}"/>
                </a:ext>
              </a:extLst>
            </p:cNvPr>
            <p:cNvSpPr/>
            <p:nvPr/>
          </p:nvSpPr>
          <p:spPr>
            <a:xfrm rot="5400000">
              <a:off x="8034509" y="196687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圆角矩形 326">
              <a:extLst>
                <a:ext uri="{FF2B5EF4-FFF2-40B4-BE49-F238E27FC236}">
                  <a16:creationId xmlns:a16="http://schemas.microsoft.com/office/drawing/2014/main" id="{B6956253-5B09-A267-D3A4-4BFDC6C9D3EE}"/>
                </a:ext>
              </a:extLst>
            </p:cNvPr>
            <p:cNvSpPr/>
            <p:nvPr/>
          </p:nvSpPr>
          <p:spPr>
            <a:xfrm rot="5400000">
              <a:off x="7920710" y="2063442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0" name="组合 329">
            <a:extLst>
              <a:ext uri="{FF2B5EF4-FFF2-40B4-BE49-F238E27FC236}">
                <a16:creationId xmlns:a16="http://schemas.microsoft.com/office/drawing/2014/main" id="{9812A9BC-0153-0D15-DCB6-EFB6DC782B52}"/>
              </a:ext>
            </a:extLst>
          </p:cNvPr>
          <p:cNvGrpSpPr/>
          <p:nvPr/>
        </p:nvGrpSpPr>
        <p:grpSpPr>
          <a:xfrm>
            <a:off x="7857114" y="2442786"/>
            <a:ext cx="2323028" cy="2003792"/>
            <a:chOff x="7829725" y="2215450"/>
            <a:chExt cx="2323028" cy="200379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ED006D3-F675-8811-BCE4-82F54AB97729}"/>
                </a:ext>
              </a:extLst>
            </p:cNvPr>
            <p:cNvGrpSpPr/>
            <p:nvPr/>
          </p:nvGrpSpPr>
          <p:grpSpPr>
            <a:xfrm>
              <a:off x="7919005" y="2969472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45D59BD-8EEB-7B63-AF50-A054AE268C74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68AE839-D4BD-73C4-0197-20E31A6DD1A0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E564FB1-E3F1-B332-282F-A482E2C29B44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E72B25A-AAA3-71BE-4811-970406E7A50B}"/>
                </a:ext>
              </a:extLst>
            </p:cNvPr>
            <p:cNvGrpSpPr/>
            <p:nvPr/>
          </p:nvGrpSpPr>
          <p:grpSpPr>
            <a:xfrm>
              <a:off x="7919021" y="3301063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5AA16CF-0512-8299-9307-B9A1DFA9C572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CA80734-9BFE-D07C-71A4-CDF84524DED7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184B45A-33C0-15EE-1163-03267D15A3A6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FC03A81-344E-ADA5-60DE-D9FD42CD6E20}"/>
                </a:ext>
              </a:extLst>
            </p:cNvPr>
            <p:cNvGrpSpPr/>
            <p:nvPr/>
          </p:nvGrpSpPr>
          <p:grpSpPr>
            <a:xfrm>
              <a:off x="7919020" y="3632654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FBC3A30-5C9F-137F-E1BA-BC4711704039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4FED9E1-70F8-011B-143D-5872828B71FA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E74B103-8A8C-C39B-FCA4-04A932CDD89E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EEE1500-C891-3A5D-5F39-D4646E622463}"/>
                </a:ext>
              </a:extLst>
            </p:cNvPr>
            <p:cNvGrpSpPr/>
            <p:nvPr/>
          </p:nvGrpSpPr>
          <p:grpSpPr>
            <a:xfrm>
              <a:off x="7918999" y="2306290"/>
              <a:ext cx="481263" cy="160423"/>
              <a:chOff x="7919025" y="1858297"/>
              <a:chExt cx="481263" cy="160423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63D9B50-0788-63EB-A234-AC748D14D7FC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150892FA-5881-95CD-FDA1-3A367B73D890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471D183F-4B77-B3ED-66D7-6ED1AF029615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31AE92-5DF0-D0F6-FF06-88A1A9FA4AF3}"/>
                </a:ext>
              </a:extLst>
            </p:cNvPr>
            <p:cNvGrpSpPr/>
            <p:nvPr/>
          </p:nvGrpSpPr>
          <p:grpSpPr>
            <a:xfrm>
              <a:off x="7919017" y="2637881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DA8C338-A52C-A2A3-1D94-52418A8663C7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E7DA9660-221C-F5FC-3A00-483B3EB28A9A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C8EE006A-171C-5145-AB76-928C653FBD46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DE8A6E0-D994-DB4F-14A0-5FCE3D818046}"/>
                </a:ext>
              </a:extLst>
            </p:cNvPr>
            <p:cNvGrpSpPr/>
            <p:nvPr/>
          </p:nvGrpSpPr>
          <p:grpSpPr>
            <a:xfrm>
              <a:off x="7919004" y="3964245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A191BC28-58A5-04F2-E76D-6532F8BCD09C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6B34B918-17E0-95CA-9E67-804F669048F9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AB3CE68-BF41-94B1-9D5B-98749A65DD18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BB67134C-72FC-D1FA-E27A-98CE65C8AB27}"/>
                </a:ext>
              </a:extLst>
            </p:cNvPr>
            <p:cNvGrpSpPr/>
            <p:nvPr/>
          </p:nvGrpSpPr>
          <p:grpSpPr>
            <a:xfrm>
              <a:off x="8795239" y="2969472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8F1204DB-5F79-DAD3-C627-602245EC1B70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2F859220-9470-524A-B095-55BEEE031850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EB043258-1EBD-D974-C6F7-7A560C613DCC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30A2D2F-4637-07FF-4CD6-B9AD511D44BE}"/>
                </a:ext>
              </a:extLst>
            </p:cNvPr>
            <p:cNvGrpSpPr/>
            <p:nvPr/>
          </p:nvGrpSpPr>
          <p:grpSpPr>
            <a:xfrm>
              <a:off x="8795255" y="3301063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2351F9EA-AA6A-4E18-77B0-821EFA9B1A51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3F88C96-9B16-5B64-342C-0F5F2096652B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9E1EC93-6B35-305F-347C-DA2D93598BEE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F28D5BDC-61CA-D645-20E3-5B9C4E1EB0C0}"/>
                </a:ext>
              </a:extLst>
            </p:cNvPr>
            <p:cNvGrpSpPr/>
            <p:nvPr/>
          </p:nvGrpSpPr>
          <p:grpSpPr>
            <a:xfrm>
              <a:off x="8795254" y="3632654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FEF61DEA-DC91-546A-9116-86CEF4A4D891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09439606-C34A-C6D2-E204-9DC06B67FD42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88F39D8B-7885-FC5F-18AE-F3F193D72F99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2743AD6A-DCFA-EF49-F775-D5827E26B377}"/>
                </a:ext>
              </a:extLst>
            </p:cNvPr>
            <p:cNvGrpSpPr/>
            <p:nvPr/>
          </p:nvGrpSpPr>
          <p:grpSpPr>
            <a:xfrm>
              <a:off x="8795233" y="2306290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2A1384B1-4DB6-9BF4-6376-9029D1F0BF0A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0B468FAE-96C3-49D0-B78C-C401E27C6F25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C028A525-BD66-4FB2-C61B-D3A326E1887E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D3067D72-B16E-D94C-4764-51F78CB90FAA}"/>
                </a:ext>
              </a:extLst>
            </p:cNvPr>
            <p:cNvGrpSpPr/>
            <p:nvPr/>
          </p:nvGrpSpPr>
          <p:grpSpPr>
            <a:xfrm>
              <a:off x="8795251" y="2637881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CA408339-E206-BF4A-B20E-6B9370796C15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A38C69F-A3F3-0A58-A4ED-88856874C8AC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3F1E6151-E335-E0BA-BB9F-827427DF5699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C98EB8A9-EE19-864E-3E5A-33FA73C53D58}"/>
                </a:ext>
              </a:extLst>
            </p:cNvPr>
            <p:cNvGrpSpPr/>
            <p:nvPr/>
          </p:nvGrpSpPr>
          <p:grpSpPr>
            <a:xfrm>
              <a:off x="8795238" y="3964245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E7830C6-C9C4-1468-2DA0-E7FC4F9EC755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759FE0E7-A22C-8708-46F7-18EFAB9B0D8C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2811EAEB-2AF3-8323-4E54-ECC81CC04102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62949E82-50A4-1041-815D-DCD4DC0DEE35}"/>
                </a:ext>
              </a:extLst>
            </p:cNvPr>
            <p:cNvGrpSpPr/>
            <p:nvPr/>
          </p:nvGrpSpPr>
          <p:grpSpPr>
            <a:xfrm>
              <a:off x="9671474" y="2969470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A0BC17ED-190C-64D9-119D-422F9C67B21E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C89B9DC1-E08A-A274-8D43-41C5095B107A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E6795B3D-5E4A-CF81-A4D3-C7C490B3F550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FC5E43B4-D234-EEC7-C7E2-C972B1FC8989}"/>
                </a:ext>
              </a:extLst>
            </p:cNvPr>
            <p:cNvGrpSpPr/>
            <p:nvPr/>
          </p:nvGrpSpPr>
          <p:grpSpPr>
            <a:xfrm>
              <a:off x="9671490" y="3301061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BD455505-28C9-AA7E-3513-111C02165452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5" name="矩形 284">
                <a:extLst>
                  <a:ext uri="{FF2B5EF4-FFF2-40B4-BE49-F238E27FC236}">
                    <a16:creationId xmlns:a16="http://schemas.microsoft.com/office/drawing/2014/main" id="{9F59F792-7419-E907-2C1F-911C4BEBA39B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DDF1C6DF-4174-426D-AE8D-30BBBE8513D1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48" name="组合 247">
              <a:extLst>
                <a:ext uri="{FF2B5EF4-FFF2-40B4-BE49-F238E27FC236}">
                  <a16:creationId xmlns:a16="http://schemas.microsoft.com/office/drawing/2014/main" id="{BD7A1144-63DF-D712-D229-26202C9A428A}"/>
                </a:ext>
              </a:extLst>
            </p:cNvPr>
            <p:cNvGrpSpPr/>
            <p:nvPr/>
          </p:nvGrpSpPr>
          <p:grpSpPr>
            <a:xfrm>
              <a:off x="9671489" y="3632652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9DEA948C-58BD-730E-64B4-8440032A0693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2" name="矩形 281">
                <a:extLst>
                  <a:ext uri="{FF2B5EF4-FFF2-40B4-BE49-F238E27FC236}">
                    <a16:creationId xmlns:a16="http://schemas.microsoft.com/office/drawing/2014/main" id="{0C61EF78-C223-FC18-41DB-84740BE7BC15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23C55B57-8958-4D02-892A-1292284052C8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43A889BC-0166-3BE3-9616-9EEA0892A23E}"/>
                </a:ext>
              </a:extLst>
            </p:cNvPr>
            <p:cNvGrpSpPr/>
            <p:nvPr/>
          </p:nvGrpSpPr>
          <p:grpSpPr>
            <a:xfrm>
              <a:off x="9671468" y="2306288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75" name="矩形 274">
                <a:extLst>
                  <a:ext uri="{FF2B5EF4-FFF2-40B4-BE49-F238E27FC236}">
                    <a16:creationId xmlns:a16="http://schemas.microsoft.com/office/drawing/2014/main" id="{66D8ED6E-43F6-8126-8985-4FB44AB36837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solidFill>
                <a:srgbClr val="ECB9B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6" name="矩形 275">
                <a:extLst>
                  <a:ext uri="{FF2B5EF4-FFF2-40B4-BE49-F238E27FC236}">
                    <a16:creationId xmlns:a16="http://schemas.microsoft.com/office/drawing/2014/main" id="{DBCDFA7A-4CE5-6B4B-B480-F05DBF4F6620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solidFill>
                <a:srgbClr val="ECB9B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F7E95E9A-F3FF-ADE3-0FAD-D373F59D480B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solidFill>
                <a:srgbClr val="ECB9B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86F3048C-BAF9-FC3C-231B-5F94D70C6D29}"/>
                </a:ext>
              </a:extLst>
            </p:cNvPr>
            <p:cNvGrpSpPr/>
            <p:nvPr/>
          </p:nvGrpSpPr>
          <p:grpSpPr>
            <a:xfrm>
              <a:off x="9671486" y="2637879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72" name="矩形 271">
                <a:extLst>
                  <a:ext uri="{FF2B5EF4-FFF2-40B4-BE49-F238E27FC236}">
                    <a16:creationId xmlns:a16="http://schemas.microsoft.com/office/drawing/2014/main" id="{0F3A57B0-8B2F-F568-B6DD-A9B76AD31346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3" name="矩形 272">
                <a:extLst>
                  <a:ext uri="{FF2B5EF4-FFF2-40B4-BE49-F238E27FC236}">
                    <a16:creationId xmlns:a16="http://schemas.microsoft.com/office/drawing/2014/main" id="{950803F5-00FE-6643-31ED-F6C0FC4F2415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74" name="矩形 273">
                <a:extLst>
                  <a:ext uri="{FF2B5EF4-FFF2-40B4-BE49-F238E27FC236}">
                    <a16:creationId xmlns:a16="http://schemas.microsoft.com/office/drawing/2014/main" id="{506B1616-5ACA-85E4-BA5E-B8A25628BAC6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D3856A4B-A14D-8AF1-76D8-091809A1EF7A}"/>
                </a:ext>
              </a:extLst>
            </p:cNvPr>
            <p:cNvGrpSpPr/>
            <p:nvPr/>
          </p:nvGrpSpPr>
          <p:grpSpPr>
            <a:xfrm>
              <a:off x="9671473" y="3964243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69" name="矩形 268">
                <a:extLst>
                  <a:ext uri="{FF2B5EF4-FFF2-40B4-BE49-F238E27FC236}">
                    <a16:creationId xmlns:a16="http://schemas.microsoft.com/office/drawing/2014/main" id="{38513C1F-EA49-AFEC-7E47-475AD3B9D5FB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0" name="矩形 269">
                <a:extLst>
                  <a:ext uri="{FF2B5EF4-FFF2-40B4-BE49-F238E27FC236}">
                    <a16:creationId xmlns:a16="http://schemas.microsoft.com/office/drawing/2014/main" id="{1C224F63-4822-25EC-0E0F-14459555A1F3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71" name="矩形 270">
                <a:extLst>
                  <a:ext uri="{FF2B5EF4-FFF2-40B4-BE49-F238E27FC236}">
                    <a16:creationId xmlns:a16="http://schemas.microsoft.com/office/drawing/2014/main" id="{9390745D-ABB7-932F-F0F2-549E63793916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294" name="任意形状 293">
              <a:extLst>
                <a:ext uri="{FF2B5EF4-FFF2-40B4-BE49-F238E27FC236}">
                  <a16:creationId xmlns:a16="http://schemas.microsoft.com/office/drawing/2014/main" id="{AA684648-9ACF-4F94-6F23-4BC6B8D43627}"/>
                </a:ext>
              </a:extLst>
            </p:cNvPr>
            <p:cNvSpPr/>
            <p:nvPr/>
          </p:nvSpPr>
          <p:spPr>
            <a:xfrm>
              <a:off x="7829725" y="2215450"/>
              <a:ext cx="1578345" cy="2003792"/>
            </a:xfrm>
            <a:custGeom>
              <a:avLst/>
              <a:gdLst>
                <a:gd name="csX0" fmla="*/ 862353 w 1578345"/>
                <a:gd name="csY0" fmla="*/ 0 h 2003792"/>
                <a:gd name="csX1" fmla="*/ 1536223 w 1578345"/>
                <a:gd name="csY1" fmla="*/ 0 h 2003792"/>
                <a:gd name="csX2" fmla="*/ 1536225 w 1578345"/>
                <a:gd name="csY2" fmla="*/ 1 h 2003792"/>
                <a:gd name="csX3" fmla="*/ 1559922 w 1578345"/>
                <a:gd name="csY3" fmla="*/ 1 h 2003792"/>
                <a:gd name="csX4" fmla="*/ 1578345 w 1578345"/>
                <a:gd name="csY4" fmla="*/ 18424 h 2003792"/>
                <a:gd name="csX5" fmla="*/ 1578345 w 1578345"/>
                <a:gd name="csY5" fmla="*/ 313169 h 2003792"/>
                <a:gd name="csX6" fmla="*/ 1578344 w 1578345"/>
                <a:gd name="csY6" fmla="*/ 313172 h 2003792"/>
                <a:gd name="csX7" fmla="*/ 1578344 w 1578345"/>
                <a:gd name="csY7" fmla="*/ 1961671 h 2003792"/>
                <a:gd name="csX8" fmla="*/ 1536223 w 1578345"/>
                <a:gd name="csY8" fmla="*/ 2003792 h 2003792"/>
                <a:gd name="csX9" fmla="*/ 862353 w 1578345"/>
                <a:gd name="csY9" fmla="*/ 2003792 h 2003792"/>
                <a:gd name="csX10" fmla="*/ 820232 w 1578345"/>
                <a:gd name="csY10" fmla="*/ 1961671 h 2003792"/>
                <a:gd name="csX11" fmla="*/ 820232 w 1578345"/>
                <a:gd name="csY11" fmla="*/ 331592 h 2003792"/>
                <a:gd name="csX12" fmla="*/ 18423 w 1578345"/>
                <a:gd name="csY12" fmla="*/ 331592 h 2003792"/>
                <a:gd name="csX13" fmla="*/ 0 w 1578345"/>
                <a:gd name="csY13" fmla="*/ 313169 h 2003792"/>
                <a:gd name="csX14" fmla="*/ 0 w 1578345"/>
                <a:gd name="csY14" fmla="*/ 18424 h 2003792"/>
                <a:gd name="csX15" fmla="*/ 18423 w 1578345"/>
                <a:gd name="csY15" fmla="*/ 1 h 2003792"/>
                <a:gd name="csX16" fmla="*/ 862351 w 1578345"/>
                <a:gd name="csY16" fmla="*/ 1 h 20037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78345" h="2003792">
                  <a:moveTo>
                    <a:pt x="862353" y="0"/>
                  </a:moveTo>
                  <a:lnTo>
                    <a:pt x="1536223" y="0"/>
                  </a:lnTo>
                  <a:lnTo>
                    <a:pt x="1536225" y="1"/>
                  </a:lnTo>
                  <a:lnTo>
                    <a:pt x="1559922" y="1"/>
                  </a:lnTo>
                  <a:cubicBezTo>
                    <a:pt x="1570097" y="1"/>
                    <a:pt x="1578345" y="8249"/>
                    <a:pt x="1578345" y="18424"/>
                  </a:cubicBezTo>
                  <a:lnTo>
                    <a:pt x="1578345" y="313169"/>
                  </a:lnTo>
                  <a:lnTo>
                    <a:pt x="1578344" y="313172"/>
                  </a:lnTo>
                  <a:lnTo>
                    <a:pt x="1578344" y="1961671"/>
                  </a:lnTo>
                  <a:cubicBezTo>
                    <a:pt x="1578344" y="1984934"/>
                    <a:pt x="1559486" y="2003792"/>
                    <a:pt x="1536223" y="2003792"/>
                  </a:cubicBezTo>
                  <a:lnTo>
                    <a:pt x="862353" y="2003792"/>
                  </a:lnTo>
                  <a:cubicBezTo>
                    <a:pt x="839090" y="2003792"/>
                    <a:pt x="820232" y="1984934"/>
                    <a:pt x="820232" y="1961671"/>
                  </a:cubicBezTo>
                  <a:lnTo>
                    <a:pt x="820232" y="331592"/>
                  </a:lnTo>
                  <a:lnTo>
                    <a:pt x="18423" y="331592"/>
                  </a:lnTo>
                  <a:cubicBezTo>
                    <a:pt x="8248" y="331592"/>
                    <a:pt x="0" y="323344"/>
                    <a:pt x="0" y="313169"/>
                  </a:cubicBezTo>
                  <a:lnTo>
                    <a:pt x="0" y="18424"/>
                  </a:lnTo>
                  <a:cubicBezTo>
                    <a:pt x="0" y="8249"/>
                    <a:pt x="8248" y="1"/>
                    <a:pt x="18423" y="1"/>
                  </a:cubicBezTo>
                  <a:lnTo>
                    <a:pt x="862351" y="1"/>
                  </a:ln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296" name="直线箭头连接符 295">
              <a:extLst>
                <a:ext uri="{FF2B5EF4-FFF2-40B4-BE49-F238E27FC236}">
                  <a16:creationId xmlns:a16="http://schemas.microsoft.com/office/drawing/2014/main" id="{1ED34A9F-8B95-2A20-06DB-5F5DC6920B0C}"/>
                </a:ext>
              </a:extLst>
            </p:cNvPr>
            <p:cNvCxnSpPr>
              <a:cxnSpLocks/>
              <a:endCxn id="275" idx="1"/>
            </p:cNvCxnSpPr>
            <p:nvPr/>
          </p:nvCxnSpPr>
          <p:spPr>
            <a:xfrm>
              <a:off x="9408070" y="2386501"/>
              <a:ext cx="263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3" name="文本框 332">
            <a:extLst>
              <a:ext uri="{FF2B5EF4-FFF2-40B4-BE49-F238E27FC236}">
                <a16:creationId xmlns:a16="http://schemas.microsoft.com/office/drawing/2014/main" id="{21562762-8C11-2920-C95C-4302875C7BF6}"/>
              </a:ext>
            </a:extLst>
          </p:cNvPr>
          <p:cNvSpPr txBox="1"/>
          <p:nvPr/>
        </p:nvSpPr>
        <p:spPr>
          <a:xfrm>
            <a:off x="7989329" y="1113233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GPT decoder </a:t>
            </a:r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Layers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4" name="直线箭头连接符 333">
            <a:extLst>
              <a:ext uri="{FF2B5EF4-FFF2-40B4-BE49-F238E27FC236}">
                <a16:creationId xmlns:a16="http://schemas.microsoft.com/office/drawing/2014/main" id="{8796ECAB-D600-8646-48E6-7F3135D72D8D}"/>
              </a:ext>
            </a:extLst>
          </p:cNvPr>
          <p:cNvCxnSpPr>
            <a:cxnSpLocks/>
          </p:cNvCxnSpPr>
          <p:nvPr/>
        </p:nvCxnSpPr>
        <p:spPr>
          <a:xfrm>
            <a:off x="11323410" y="3398957"/>
            <a:ext cx="3623515" cy="216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6" name="图表 335">
            <a:extLst>
              <a:ext uri="{FF2B5EF4-FFF2-40B4-BE49-F238E27FC236}">
                <a16:creationId xmlns:a16="http://schemas.microsoft.com/office/drawing/2014/main" id="{D354862A-6797-EE82-832D-86F40A842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101611"/>
              </p:ext>
            </p:extLst>
          </p:nvPr>
        </p:nvGraphicFramePr>
        <p:xfrm>
          <a:off x="11503363" y="1162200"/>
          <a:ext cx="3049568" cy="2247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8" name="文本框 337">
            <a:extLst>
              <a:ext uri="{FF2B5EF4-FFF2-40B4-BE49-F238E27FC236}">
                <a16:creationId xmlns:a16="http://schemas.microsoft.com/office/drawing/2014/main" id="{22F327DB-CF59-A19D-B8E9-0705C0004C92}"/>
              </a:ext>
            </a:extLst>
          </p:cNvPr>
          <p:cNvSpPr txBox="1"/>
          <p:nvPr/>
        </p:nvSpPr>
        <p:spPr>
          <a:xfrm>
            <a:off x="11503363" y="3501134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Next token prediction</a:t>
            </a:r>
          </a:p>
        </p:txBody>
      </p:sp>
      <p:pic>
        <p:nvPicPr>
          <p:cNvPr id="340" name="图片 339">
            <a:extLst>
              <a:ext uri="{FF2B5EF4-FFF2-40B4-BE49-F238E27FC236}">
                <a16:creationId xmlns:a16="http://schemas.microsoft.com/office/drawing/2014/main" id="{92F2CB67-7264-0C19-4A2C-B4605539C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2988" y="1489755"/>
            <a:ext cx="3291832" cy="2740797"/>
          </a:xfrm>
          <a:prstGeom prst="rect">
            <a:avLst/>
          </a:prstGeom>
        </p:spPr>
      </p:pic>
      <p:cxnSp>
        <p:nvCxnSpPr>
          <p:cNvPr id="342" name="直线连接符 341">
            <a:extLst>
              <a:ext uri="{FF2B5EF4-FFF2-40B4-BE49-F238E27FC236}">
                <a16:creationId xmlns:a16="http://schemas.microsoft.com/office/drawing/2014/main" id="{50BEA2DA-02E5-1C95-2403-C7AD7A3380E2}"/>
              </a:ext>
            </a:extLst>
          </p:cNvPr>
          <p:cNvCxnSpPr>
            <a:cxnSpLocks/>
          </p:cNvCxnSpPr>
          <p:nvPr/>
        </p:nvCxnSpPr>
        <p:spPr>
          <a:xfrm flipV="1">
            <a:off x="15969651" y="1956910"/>
            <a:ext cx="0" cy="78777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直线连接符 346">
            <a:extLst>
              <a:ext uri="{FF2B5EF4-FFF2-40B4-BE49-F238E27FC236}">
                <a16:creationId xmlns:a16="http://schemas.microsoft.com/office/drawing/2014/main" id="{60FD73FE-7AC8-2EFA-9D12-00E135231BCA}"/>
              </a:ext>
            </a:extLst>
          </p:cNvPr>
          <p:cNvCxnSpPr>
            <a:cxnSpLocks/>
          </p:cNvCxnSpPr>
          <p:nvPr/>
        </p:nvCxnSpPr>
        <p:spPr>
          <a:xfrm>
            <a:off x="17465906" y="1756302"/>
            <a:ext cx="0" cy="67577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文本框 354">
            <a:extLst>
              <a:ext uri="{FF2B5EF4-FFF2-40B4-BE49-F238E27FC236}">
                <a16:creationId xmlns:a16="http://schemas.microsoft.com/office/drawing/2014/main" id="{BE6924E5-4E64-202C-B9EF-62001D110853}"/>
              </a:ext>
            </a:extLst>
          </p:cNvPr>
          <p:cNvSpPr txBox="1"/>
          <p:nvPr/>
        </p:nvSpPr>
        <p:spPr>
          <a:xfrm>
            <a:off x="15214120" y="3879004"/>
            <a:ext cx="3049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Pre-trained molecular generative model 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A62D5B9-4433-48A4-CA5E-E8FE411533D1}"/>
              </a:ext>
            </a:extLst>
          </p:cNvPr>
          <p:cNvSpPr/>
          <p:nvPr/>
        </p:nvSpPr>
        <p:spPr>
          <a:xfrm>
            <a:off x="1435362" y="5396701"/>
            <a:ext cx="17805755" cy="5093018"/>
          </a:xfrm>
          <a:prstGeom prst="roundRect">
            <a:avLst>
              <a:gd name="adj" fmla="val 10022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98AD4E0-6B18-DCF7-0D50-C57320F4A22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266" t="4718" r="14122" b="12166"/>
          <a:stretch>
            <a:fillRect/>
          </a:stretch>
        </p:blipFill>
        <p:spPr>
          <a:xfrm>
            <a:off x="2127148" y="5594882"/>
            <a:ext cx="1212356" cy="142704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A4E21191-B15B-D0B2-2BEB-2AF6DB20F8F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809" b="89793" l="5742" r="94418">
                        <a14:foregroundMark x1="5821" y1="47847" x2="9569" y2="52472"/>
                        <a14:foregroundMark x1="91467" y1="48565" x2="90750" y2="57576"/>
                        <a14:foregroundMark x1="92344" y1="46491" x2="94418" y2="52233"/>
                      </a14:backgroundRemoval>
                    </a14:imgEffect>
                  </a14:imgLayer>
                </a14:imgProps>
              </a:ext>
            </a:extLst>
          </a:blip>
          <a:srcRect t="19974" b="16589"/>
          <a:stretch>
            <a:fillRect/>
          </a:stretch>
        </p:blipFill>
        <p:spPr>
          <a:xfrm>
            <a:off x="1712857" y="8047420"/>
            <a:ext cx="2045216" cy="1297426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4A5558A1-F2D8-EA71-A691-5813247A071E}"/>
              </a:ext>
            </a:extLst>
          </p:cNvPr>
          <p:cNvSpPr txBox="1"/>
          <p:nvPr/>
        </p:nvSpPr>
        <p:spPr>
          <a:xfrm>
            <a:off x="1526349" y="7010328"/>
            <a:ext cx="2413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Open-source dataset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AD733-8B3F-1137-F40E-6C90AB59538C}"/>
              </a:ext>
            </a:extLst>
          </p:cNvPr>
          <p:cNvSpPr txBox="1"/>
          <p:nvPr/>
        </p:nvSpPr>
        <p:spPr>
          <a:xfrm>
            <a:off x="1526349" y="9390191"/>
            <a:ext cx="2413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SPRi data matrices</a:t>
            </a:r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3117CDF4-787B-A08E-D843-CA3FD10EAFA7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339504" y="6308404"/>
            <a:ext cx="9658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20F3C359-15FA-026C-81DA-8D0ECC45C55D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3758073" y="8696133"/>
            <a:ext cx="54730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3CE608FE-7009-C107-B87C-5583701E62FD}"/>
              </a:ext>
            </a:extLst>
          </p:cNvPr>
          <p:cNvSpPr/>
          <p:nvPr/>
        </p:nvSpPr>
        <p:spPr>
          <a:xfrm>
            <a:off x="4305376" y="5594881"/>
            <a:ext cx="5130083" cy="4289873"/>
          </a:xfrm>
          <a:prstGeom prst="roundRect">
            <a:avLst>
              <a:gd name="adj" fmla="val 3752"/>
            </a:avLst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563C6691-2C85-7606-C71C-8AB570323AA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014" t="14152" r="21664" b="11956"/>
          <a:stretch>
            <a:fillRect/>
          </a:stretch>
        </p:blipFill>
        <p:spPr>
          <a:xfrm>
            <a:off x="4454176" y="6047299"/>
            <a:ext cx="1396966" cy="1207332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8B6BEC67-9935-70BC-6A13-0069D294336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3004" t="10391" r="24434"/>
          <a:stretch>
            <a:fillRect/>
          </a:stretch>
        </p:blipFill>
        <p:spPr>
          <a:xfrm>
            <a:off x="5917487" y="5884044"/>
            <a:ext cx="1166745" cy="1356865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8B1C870D-A59C-7E77-440B-CA418287785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5951" t="12338" r="21777" b="17285"/>
          <a:stretch>
            <a:fillRect/>
          </a:stretch>
        </p:blipFill>
        <p:spPr>
          <a:xfrm>
            <a:off x="7104633" y="5968213"/>
            <a:ext cx="1541653" cy="1188526"/>
          </a:xfrm>
          <a:prstGeom prst="rect">
            <a:avLst/>
          </a:prstGeom>
        </p:spPr>
      </p:pic>
      <p:sp>
        <p:nvSpPr>
          <p:cNvPr id="98" name="圆角矩形 97">
            <a:extLst>
              <a:ext uri="{FF2B5EF4-FFF2-40B4-BE49-F238E27FC236}">
                <a16:creationId xmlns:a16="http://schemas.microsoft.com/office/drawing/2014/main" id="{56B9C06B-F065-A33D-342A-FD0A283C9ACA}"/>
              </a:ext>
            </a:extLst>
          </p:cNvPr>
          <p:cNvSpPr/>
          <p:nvPr/>
        </p:nvSpPr>
        <p:spPr>
          <a:xfrm>
            <a:off x="8885586" y="7785786"/>
            <a:ext cx="567130" cy="211332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420D3DE1-3FE0-B2F3-27CE-F9372D156A4D}"/>
              </a:ext>
            </a:extLst>
          </p:cNvPr>
          <p:cNvSpPr/>
          <p:nvPr/>
        </p:nvSpPr>
        <p:spPr>
          <a:xfrm>
            <a:off x="8878529" y="5577629"/>
            <a:ext cx="567130" cy="24315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1CEAB7B-02FF-CA40-E4B6-F75BE39979F7}"/>
              </a:ext>
            </a:extLst>
          </p:cNvPr>
          <p:cNvSpPr txBox="1"/>
          <p:nvPr/>
        </p:nvSpPr>
        <p:spPr>
          <a:xfrm rot="16200000">
            <a:off x="8016198" y="6641336"/>
            <a:ext cx="230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set encoder</a:t>
            </a:r>
            <a:endParaRPr kumimoji="1" lang="zh-CN" altLang="en-US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96BE0A5-1AFA-E117-C373-A033BCAC5ABB}"/>
              </a:ext>
            </a:extLst>
          </p:cNvPr>
          <p:cNvSpPr txBox="1"/>
          <p:nvPr/>
        </p:nvSpPr>
        <p:spPr>
          <a:xfrm rot="16200000">
            <a:off x="8327744" y="8733448"/>
            <a:ext cx="168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SMILES</a:t>
            </a:r>
            <a:endParaRPr kumimoji="1" lang="zh-CN" altLang="en-US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BDE52D3-0D58-3E4E-7DC9-01FB1C27788E}"/>
              </a:ext>
            </a:extLst>
          </p:cNvPr>
          <p:cNvSpPr txBox="1"/>
          <p:nvPr/>
        </p:nvSpPr>
        <p:spPr>
          <a:xfrm>
            <a:off x="8259904" y="8548782"/>
            <a:ext cx="61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24544FC-B441-3C38-921F-11AFF1E54F4D}"/>
              </a:ext>
            </a:extLst>
          </p:cNvPr>
          <p:cNvSpPr txBox="1"/>
          <p:nvPr/>
        </p:nvSpPr>
        <p:spPr>
          <a:xfrm>
            <a:off x="4743745" y="9996827"/>
            <a:ext cx="403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Target set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Active molecules pairs</a:t>
            </a:r>
          </a:p>
        </p:txBody>
      </p: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14EAC3C6-B7F8-0AAA-8C76-914809CC140D}"/>
              </a:ext>
            </a:extLst>
          </p:cNvPr>
          <p:cNvCxnSpPr>
            <a:cxnSpLocks/>
            <a:stCxn id="97" idx="0"/>
          </p:cNvCxnSpPr>
          <p:nvPr/>
        </p:nvCxnSpPr>
        <p:spPr>
          <a:xfrm flipV="1">
            <a:off x="9162094" y="4568948"/>
            <a:ext cx="0" cy="10086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592BA88-4DCC-6E7B-63AC-E425AD22634F}"/>
              </a:ext>
            </a:extLst>
          </p:cNvPr>
          <p:cNvSpPr txBox="1"/>
          <p:nvPr/>
        </p:nvSpPr>
        <p:spPr>
          <a:xfrm>
            <a:off x="7174050" y="5028922"/>
            <a:ext cx="1988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Cross-attention</a:t>
            </a:r>
          </a:p>
        </p:txBody>
      </p:sp>
      <p:cxnSp>
        <p:nvCxnSpPr>
          <p:cNvPr id="113" name="直线箭头连接符 112">
            <a:extLst>
              <a:ext uri="{FF2B5EF4-FFF2-40B4-BE49-F238E27FC236}">
                <a16:creationId xmlns:a16="http://schemas.microsoft.com/office/drawing/2014/main" id="{698E382D-DE5F-43C8-BCB2-1733D1997AD8}"/>
              </a:ext>
            </a:extLst>
          </p:cNvPr>
          <p:cNvCxnSpPr>
            <a:cxnSpLocks/>
          </p:cNvCxnSpPr>
          <p:nvPr/>
        </p:nvCxnSpPr>
        <p:spPr>
          <a:xfrm>
            <a:off x="9453646" y="8969086"/>
            <a:ext cx="5117472" cy="43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394273A6-C30C-4AE5-39B0-3F943B5D36AD}"/>
              </a:ext>
            </a:extLst>
          </p:cNvPr>
          <p:cNvCxnSpPr>
            <a:cxnSpLocks/>
          </p:cNvCxnSpPr>
          <p:nvPr/>
        </p:nvCxnSpPr>
        <p:spPr>
          <a:xfrm>
            <a:off x="9694159" y="4555284"/>
            <a:ext cx="1" cy="44138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23" name="图表 122">
            <a:extLst>
              <a:ext uri="{FF2B5EF4-FFF2-40B4-BE49-F238E27FC236}">
                <a16:creationId xmlns:a16="http://schemas.microsoft.com/office/drawing/2014/main" id="{648ADCEB-451C-3EA6-9B29-E4271BD424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3891523"/>
              </p:ext>
            </p:extLst>
          </p:nvPr>
        </p:nvGraphicFramePr>
        <p:xfrm>
          <a:off x="9997149" y="6540162"/>
          <a:ext cx="3264496" cy="2247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24" name="文本框 123">
            <a:extLst>
              <a:ext uri="{FF2B5EF4-FFF2-40B4-BE49-F238E27FC236}">
                <a16:creationId xmlns:a16="http://schemas.microsoft.com/office/drawing/2014/main" id="{6774D5E2-FC75-C82C-74F7-9E612E95CC3D}"/>
              </a:ext>
            </a:extLst>
          </p:cNvPr>
          <p:cNvSpPr txBox="1"/>
          <p:nvPr/>
        </p:nvSpPr>
        <p:spPr>
          <a:xfrm>
            <a:off x="10212076" y="9066953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Next token prediction</a:t>
            </a:r>
          </a:p>
        </p:txBody>
      </p:sp>
      <p:pic>
        <p:nvPicPr>
          <p:cNvPr id="127" name="图片 126">
            <a:extLst>
              <a:ext uri="{FF2B5EF4-FFF2-40B4-BE49-F238E27FC236}">
                <a16:creationId xmlns:a16="http://schemas.microsoft.com/office/drawing/2014/main" id="{5319B16A-C74A-CA87-2FD5-48A2BB1528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56988" y="7367634"/>
            <a:ext cx="3144885" cy="2618449"/>
          </a:xfrm>
          <a:prstGeom prst="rect">
            <a:avLst/>
          </a:prstGeom>
        </p:spPr>
      </p:pic>
      <p:sp>
        <p:nvSpPr>
          <p:cNvPr id="195" name="文本框 194">
            <a:extLst>
              <a:ext uri="{FF2B5EF4-FFF2-40B4-BE49-F238E27FC236}">
                <a16:creationId xmlns:a16="http://schemas.microsoft.com/office/drawing/2014/main" id="{E8765E2C-6FAE-51F9-C91A-6884DF0BC028}"/>
              </a:ext>
            </a:extLst>
          </p:cNvPr>
          <p:cNvSpPr txBox="1"/>
          <p:nvPr/>
        </p:nvSpPr>
        <p:spPr>
          <a:xfrm>
            <a:off x="12325778" y="5542801"/>
            <a:ext cx="6186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B. Target-set-conditioned Finetuning</a:t>
            </a:r>
          </a:p>
        </p:txBody>
      </p:sp>
      <p:cxnSp>
        <p:nvCxnSpPr>
          <p:cNvPr id="197" name="直线连接符 196">
            <a:extLst>
              <a:ext uri="{FF2B5EF4-FFF2-40B4-BE49-F238E27FC236}">
                <a16:creationId xmlns:a16="http://schemas.microsoft.com/office/drawing/2014/main" id="{2577DAAE-5DEE-F57A-7FAF-C2A2AED1BC65}"/>
              </a:ext>
            </a:extLst>
          </p:cNvPr>
          <p:cNvCxnSpPr/>
          <p:nvPr/>
        </p:nvCxnSpPr>
        <p:spPr>
          <a:xfrm>
            <a:off x="4484079" y="7379660"/>
            <a:ext cx="419211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8" name="图片 207">
            <a:extLst>
              <a:ext uri="{FF2B5EF4-FFF2-40B4-BE49-F238E27FC236}">
                <a16:creationId xmlns:a16="http://schemas.microsoft.com/office/drawing/2014/main" id="{C3841314-FA79-5A7D-13F4-2BEC7839BFD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33051" y="1842468"/>
            <a:ext cx="2803711" cy="1963733"/>
          </a:xfrm>
          <a:prstGeom prst="rect">
            <a:avLst/>
          </a:prstGeom>
        </p:spPr>
      </p:pic>
      <p:pic>
        <p:nvPicPr>
          <p:cNvPr id="209" name="图片 208">
            <a:extLst>
              <a:ext uri="{FF2B5EF4-FFF2-40B4-BE49-F238E27FC236}">
                <a16:creationId xmlns:a16="http://schemas.microsoft.com/office/drawing/2014/main" id="{26C46EA3-8E09-B83D-4253-8D1E9436BA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963285" y="966619"/>
            <a:ext cx="1814880" cy="779396"/>
          </a:xfrm>
          <a:prstGeom prst="rect">
            <a:avLst/>
          </a:prstGeom>
          <a:ln w="19050">
            <a:solidFill>
              <a:schemeClr val="tx1"/>
            </a:solidFill>
            <a:prstDash val="sysDash"/>
          </a:ln>
        </p:spPr>
      </p:pic>
      <p:pic>
        <p:nvPicPr>
          <p:cNvPr id="210" name="图片 209">
            <a:extLst>
              <a:ext uri="{FF2B5EF4-FFF2-40B4-BE49-F238E27FC236}">
                <a16:creationId xmlns:a16="http://schemas.microsoft.com/office/drawing/2014/main" id="{4DB951E9-5ED1-D0C8-531A-45C04DCEB2A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51586" y="1249573"/>
            <a:ext cx="1795408" cy="688805"/>
          </a:xfrm>
          <a:prstGeom prst="rect">
            <a:avLst/>
          </a:prstGeom>
          <a:ln w="19050">
            <a:solidFill>
              <a:schemeClr val="tx1"/>
            </a:solidFill>
            <a:prstDash val="sysDash"/>
          </a:ln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DE8E371D-753F-5ABA-AFD6-89B58946BA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18887" y="7504690"/>
            <a:ext cx="1498600" cy="1308100"/>
          </a:xfrm>
          <a:prstGeom prst="rect">
            <a:avLst/>
          </a:prstGeom>
        </p:spPr>
      </p:pic>
      <p:pic>
        <p:nvPicPr>
          <p:cNvPr id="212" name="图片 211">
            <a:extLst>
              <a:ext uri="{FF2B5EF4-FFF2-40B4-BE49-F238E27FC236}">
                <a16:creationId xmlns:a16="http://schemas.microsoft.com/office/drawing/2014/main" id="{B7D1C7AB-BF24-7067-8137-BCB9C86A08B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41482" y="8515718"/>
            <a:ext cx="1498600" cy="1270000"/>
          </a:xfrm>
          <a:prstGeom prst="rect">
            <a:avLst/>
          </a:prstGeom>
        </p:spPr>
      </p:pic>
      <p:pic>
        <p:nvPicPr>
          <p:cNvPr id="214" name="图片 213">
            <a:extLst>
              <a:ext uri="{FF2B5EF4-FFF2-40B4-BE49-F238E27FC236}">
                <a16:creationId xmlns:a16="http://schemas.microsoft.com/office/drawing/2014/main" id="{34E820BE-AFC4-6CC3-784F-49CA916D274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6823" y="7663962"/>
            <a:ext cx="1536700" cy="1016000"/>
          </a:xfrm>
          <a:prstGeom prst="rect">
            <a:avLst/>
          </a:prstGeom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54DCFBEB-B502-CA7C-4E9E-8645A19C7DE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65204" y="7699183"/>
            <a:ext cx="736600" cy="1993900"/>
          </a:xfrm>
          <a:prstGeom prst="rect">
            <a:avLst/>
          </a:prstGeom>
        </p:spPr>
      </p:pic>
      <p:cxnSp>
        <p:nvCxnSpPr>
          <p:cNvPr id="217" name="直线连接符 216">
            <a:extLst>
              <a:ext uri="{FF2B5EF4-FFF2-40B4-BE49-F238E27FC236}">
                <a16:creationId xmlns:a16="http://schemas.microsoft.com/office/drawing/2014/main" id="{A9C35F1A-3724-0FCA-BE42-04521E00FE7D}"/>
              </a:ext>
            </a:extLst>
          </p:cNvPr>
          <p:cNvCxnSpPr>
            <a:cxnSpLocks/>
          </p:cNvCxnSpPr>
          <p:nvPr/>
        </p:nvCxnSpPr>
        <p:spPr>
          <a:xfrm>
            <a:off x="17169733" y="7254631"/>
            <a:ext cx="0" cy="51284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五角星 220">
            <a:extLst>
              <a:ext uri="{FF2B5EF4-FFF2-40B4-BE49-F238E27FC236}">
                <a16:creationId xmlns:a16="http://schemas.microsoft.com/office/drawing/2014/main" id="{BA1AA05B-90B8-FB30-17AB-81E329615132}"/>
              </a:ext>
            </a:extLst>
          </p:cNvPr>
          <p:cNvSpPr/>
          <p:nvPr/>
        </p:nvSpPr>
        <p:spPr>
          <a:xfrm>
            <a:off x="15826349" y="2584944"/>
            <a:ext cx="286603" cy="282378"/>
          </a:xfrm>
          <a:prstGeom prst="star5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</a:endParaRPr>
          </a:p>
        </p:txBody>
      </p:sp>
      <p:sp>
        <p:nvSpPr>
          <p:cNvPr id="222" name="五角星 221">
            <a:extLst>
              <a:ext uri="{FF2B5EF4-FFF2-40B4-BE49-F238E27FC236}">
                <a16:creationId xmlns:a16="http://schemas.microsoft.com/office/drawing/2014/main" id="{7D19089B-705D-8D42-5533-3AB2CBFDAE12}"/>
              </a:ext>
            </a:extLst>
          </p:cNvPr>
          <p:cNvSpPr/>
          <p:nvPr/>
        </p:nvSpPr>
        <p:spPr>
          <a:xfrm>
            <a:off x="17324470" y="2288767"/>
            <a:ext cx="286603" cy="282378"/>
          </a:xfrm>
          <a:prstGeom prst="star5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</a:endParaRPr>
          </a:p>
        </p:txBody>
      </p:sp>
      <p:sp>
        <p:nvSpPr>
          <p:cNvPr id="223" name="五角星 222">
            <a:extLst>
              <a:ext uri="{FF2B5EF4-FFF2-40B4-BE49-F238E27FC236}">
                <a16:creationId xmlns:a16="http://schemas.microsoft.com/office/drawing/2014/main" id="{3CA6C7F0-4E4F-9E4A-4821-C06BE7B5BDCE}"/>
              </a:ext>
            </a:extLst>
          </p:cNvPr>
          <p:cNvSpPr/>
          <p:nvPr/>
        </p:nvSpPr>
        <p:spPr>
          <a:xfrm>
            <a:off x="17007546" y="7582842"/>
            <a:ext cx="286603" cy="282378"/>
          </a:xfrm>
          <a:prstGeom prst="star5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F0ACD232-44EF-1CB6-5A83-9FB5BD4E4ACD}"/>
              </a:ext>
            </a:extLst>
          </p:cNvPr>
          <p:cNvSpPr txBox="1"/>
          <p:nvPr/>
        </p:nvSpPr>
        <p:spPr>
          <a:xfrm>
            <a:off x="15132904" y="9759523"/>
            <a:ext cx="3049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Target-set-conditioned generative model </a:t>
            </a:r>
          </a:p>
        </p:txBody>
      </p:sp>
      <p:pic>
        <p:nvPicPr>
          <p:cNvPr id="228" name="图片 227">
            <a:extLst>
              <a:ext uri="{FF2B5EF4-FFF2-40B4-BE49-F238E27FC236}">
                <a16:creationId xmlns:a16="http://schemas.microsoft.com/office/drawing/2014/main" id="{F2A4ABFC-E031-8C24-F977-CC951A7F74B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517920" y="6219674"/>
            <a:ext cx="1866900" cy="1016000"/>
          </a:xfrm>
          <a:prstGeom prst="rect">
            <a:avLst/>
          </a:prstGeom>
          <a:ln w="19050">
            <a:solidFill>
              <a:schemeClr val="tx1"/>
            </a:solidFill>
            <a:prstDash val="sysDash"/>
          </a:ln>
        </p:spPr>
      </p:pic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413EAB9B-04D3-BB12-4B87-B1607D6B3987}"/>
              </a:ext>
            </a:extLst>
          </p:cNvPr>
          <p:cNvCxnSpPr>
            <a:cxnSpLocks/>
            <a:stCxn id="228" idx="1"/>
          </p:cNvCxnSpPr>
          <p:nvPr/>
        </p:nvCxnSpPr>
        <p:spPr>
          <a:xfrm flipH="1">
            <a:off x="15929240" y="6727674"/>
            <a:ext cx="58868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3" name="图片 232">
            <a:extLst>
              <a:ext uri="{FF2B5EF4-FFF2-40B4-BE49-F238E27FC236}">
                <a16:creationId xmlns:a16="http://schemas.microsoft.com/office/drawing/2014/main" id="{F9521B96-EF62-DE77-9692-E1128945E43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31245" b="67824" l="41100" r="58149">
                        <a14:foregroundMark x1="47152" y1="36156" x2="45134" y2="38611"/>
                        <a14:foregroundMark x1="45134" y1="38611" x2="44620" y2="40559"/>
                        <a14:foregroundMark x1="43275" y1="41490" x2="42049" y2="46147"/>
                        <a14:foregroundMark x1="42049" y1="46147" x2="42049" y2="48603"/>
                        <a14:foregroundMark x1="43038" y1="40305" x2="42405" y2="44623"/>
                        <a14:foregroundMark x1="42405" y1="44623" x2="42405" y2="44623"/>
                        <a14:foregroundMark x1="42247" y1="57494" x2="41377" y2="62151"/>
                        <a14:foregroundMark x1="41377" y1="62151" x2="43473" y2="65199"/>
                        <a14:foregroundMark x1="43473" y1="65199" x2="45926" y2="65961"/>
                        <a14:foregroundMark x1="41100" y1="60288" x2="41456" y2="59018"/>
                        <a14:foregroundMark x1="45767" y1="67824" x2="47231" y2="63421"/>
                        <a14:foregroundMark x1="47231" y1="63421" x2="47271" y2="63336"/>
                        <a14:foregroundMark x1="58188" y1="56393" x2="56606" y2="57324"/>
                        <a14:foregroundMark x1="47429" y1="34293" x2="47785" y2="31245"/>
                      </a14:backgroundRemoval>
                    </a14:imgEffect>
                  </a14:imgLayer>
                </a14:imgProps>
              </a:ext>
            </a:extLst>
          </a:blip>
          <a:srcRect l="40298" t="28173" r="39878" b="29769"/>
          <a:stretch>
            <a:fillRect/>
          </a:stretch>
        </p:blipFill>
        <p:spPr>
          <a:xfrm>
            <a:off x="13647515" y="5864418"/>
            <a:ext cx="2281726" cy="2260830"/>
          </a:xfrm>
          <a:prstGeom prst="rect">
            <a:avLst/>
          </a:prstGeom>
          <a:effectLst/>
        </p:spPr>
      </p:pic>
      <p:sp>
        <p:nvSpPr>
          <p:cNvPr id="237" name="圆角矩形 236">
            <a:extLst>
              <a:ext uri="{FF2B5EF4-FFF2-40B4-BE49-F238E27FC236}">
                <a16:creationId xmlns:a16="http://schemas.microsoft.com/office/drawing/2014/main" id="{2DDF551A-A847-C7C2-BC1A-1AE57459EAF5}"/>
              </a:ext>
            </a:extLst>
          </p:cNvPr>
          <p:cNvSpPr/>
          <p:nvPr/>
        </p:nvSpPr>
        <p:spPr>
          <a:xfrm>
            <a:off x="1435362" y="10864799"/>
            <a:ext cx="9048157" cy="13366678"/>
          </a:xfrm>
          <a:prstGeom prst="roundRect">
            <a:avLst>
              <a:gd name="adj" fmla="val 6348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8" name="圆角矩形 237">
            <a:extLst>
              <a:ext uri="{FF2B5EF4-FFF2-40B4-BE49-F238E27FC236}">
                <a16:creationId xmlns:a16="http://schemas.microsoft.com/office/drawing/2014/main" id="{2D7F3937-480C-288B-239B-3CF4092D003F}"/>
              </a:ext>
            </a:extLst>
          </p:cNvPr>
          <p:cNvSpPr/>
          <p:nvPr/>
        </p:nvSpPr>
        <p:spPr>
          <a:xfrm>
            <a:off x="10799762" y="10864799"/>
            <a:ext cx="8441355" cy="13366678"/>
          </a:xfrm>
          <a:prstGeom prst="roundRect">
            <a:avLst>
              <a:gd name="adj" fmla="val 6157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FA158D8A-82B9-3E73-7823-9E1FC5D3AEDA}"/>
              </a:ext>
            </a:extLst>
          </p:cNvPr>
          <p:cNvSpPr txBox="1"/>
          <p:nvPr/>
        </p:nvSpPr>
        <p:spPr>
          <a:xfrm>
            <a:off x="1670605" y="11049768"/>
            <a:ext cx="6186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C. Target Set Encoder</a:t>
            </a: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9FFC9A6A-9E59-09E8-0539-CB5CD75BAC49}"/>
              </a:ext>
            </a:extLst>
          </p:cNvPr>
          <p:cNvSpPr txBox="1"/>
          <p:nvPr/>
        </p:nvSpPr>
        <p:spPr>
          <a:xfrm>
            <a:off x="11024688" y="11053265"/>
            <a:ext cx="8216431" cy="458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D. SPRi-enhanced Chemical Space Exploration</a:t>
            </a:r>
          </a:p>
        </p:txBody>
      </p:sp>
      <p:pic>
        <p:nvPicPr>
          <p:cNvPr id="241" name="图片 240">
            <a:extLst>
              <a:ext uri="{FF2B5EF4-FFF2-40B4-BE49-F238E27FC236}">
                <a16:creationId xmlns:a16="http://schemas.microsoft.com/office/drawing/2014/main" id="{30F712D0-F9C4-7206-F3A6-15B1290627B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014" t="14152" r="21664" b="11956"/>
          <a:stretch>
            <a:fillRect/>
          </a:stretch>
        </p:blipFill>
        <p:spPr>
          <a:xfrm>
            <a:off x="2869202" y="11611783"/>
            <a:ext cx="1874984" cy="1620460"/>
          </a:xfrm>
          <a:prstGeom prst="rect">
            <a:avLst/>
          </a:prstGeom>
        </p:spPr>
      </p:pic>
      <p:pic>
        <p:nvPicPr>
          <p:cNvPr id="242" name="图片 241">
            <a:extLst>
              <a:ext uri="{FF2B5EF4-FFF2-40B4-BE49-F238E27FC236}">
                <a16:creationId xmlns:a16="http://schemas.microsoft.com/office/drawing/2014/main" id="{22B69711-4EF3-0797-03AC-93F4343298B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3004" t="10391" r="24434"/>
          <a:stretch>
            <a:fillRect/>
          </a:stretch>
        </p:blipFill>
        <p:spPr>
          <a:xfrm>
            <a:off x="5493419" y="11511433"/>
            <a:ext cx="1565985" cy="1821161"/>
          </a:xfrm>
          <a:prstGeom prst="rect">
            <a:avLst/>
          </a:prstGeom>
        </p:spPr>
      </p:pic>
      <p:pic>
        <p:nvPicPr>
          <p:cNvPr id="243" name="图片 242">
            <a:extLst>
              <a:ext uri="{FF2B5EF4-FFF2-40B4-BE49-F238E27FC236}">
                <a16:creationId xmlns:a16="http://schemas.microsoft.com/office/drawing/2014/main" id="{61603465-27CE-75C2-526B-D7156ECAABF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5951" t="12338" r="21777" b="17285"/>
          <a:stretch>
            <a:fillRect/>
          </a:stretch>
        </p:blipFill>
        <p:spPr>
          <a:xfrm>
            <a:off x="7808637" y="11624404"/>
            <a:ext cx="2069180" cy="1595219"/>
          </a:xfrm>
          <a:prstGeom prst="rect">
            <a:avLst/>
          </a:prstGeom>
        </p:spPr>
      </p:pic>
      <p:sp>
        <p:nvSpPr>
          <p:cNvPr id="245" name="圆角矩形 244">
            <a:extLst>
              <a:ext uri="{FF2B5EF4-FFF2-40B4-BE49-F238E27FC236}">
                <a16:creationId xmlns:a16="http://schemas.microsoft.com/office/drawing/2014/main" id="{6B5DAC34-17BA-1E44-D8E1-75A39734DB04}"/>
              </a:ext>
            </a:extLst>
          </p:cNvPr>
          <p:cNvSpPr/>
          <p:nvPr/>
        </p:nvSpPr>
        <p:spPr>
          <a:xfrm>
            <a:off x="2587054" y="13376492"/>
            <a:ext cx="7587300" cy="615356"/>
          </a:xfrm>
          <a:prstGeom prst="roundRect">
            <a:avLst>
              <a:gd name="adj" fmla="val 7982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ESM-C 6B</a:t>
            </a:r>
            <a:endParaRPr kumimoji="1" lang="zh-CN" altLang="en-US" sz="24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F39D1E99-6A3A-D636-B64D-8E36A44141DE}"/>
              </a:ext>
            </a:extLst>
          </p:cNvPr>
          <p:cNvCxnSpPr>
            <a:cxnSpLocks/>
          </p:cNvCxnSpPr>
          <p:nvPr/>
        </p:nvCxnSpPr>
        <p:spPr>
          <a:xfrm>
            <a:off x="3806694" y="14428640"/>
            <a:ext cx="0" cy="783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直线箭头连接符 256">
            <a:extLst>
              <a:ext uri="{FF2B5EF4-FFF2-40B4-BE49-F238E27FC236}">
                <a16:creationId xmlns:a16="http://schemas.microsoft.com/office/drawing/2014/main" id="{4D5E685A-7904-0DF8-FC9A-6F0461C388C6}"/>
              </a:ext>
            </a:extLst>
          </p:cNvPr>
          <p:cNvCxnSpPr>
            <a:cxnSpLocks/>
          </p:cNvCxnSpPr>
          <p:nvPr/>
        </p:nvCxnSpPr>
        <p:spPr>
          <a:xfrm>
            <a:off x="6217826" y="14428640"/>
            <a:ext cx="0" cy="783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直线箭头连接符 257">
            <a:extLst>
              <a:ext uri="{FF2B5EF4-FFF2-40B4-BE49-F238E27FC236}">
                <a16:creationId xmlns:a16="http://schemas.microsoft.com/office/drawing/2014/main" id="{78B250D9-0350-5CD8-546B-B23DC641E74D}"/>
              </a:ext>
            </a:extLst>
          </p:cNvPr>
          <p:cNvCxnSpPr>
            <a:cxnSpLocks/>
          </p:cNvCxnSpPr>
          <p:nvPr/>
        </p:nvCxnSpPr>
        <p:spPr>
          <a:xfrm>
            <a:off x="8975442" y="14428640"/>
            <a:ext cx="0" cy="783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9" name="组合 328">
            <a:extLst>
              <a:ext uri="{FF2B5EF4-FFF2-40B4-BE49-F238E27FC236}">
                <a16:creationId xmlns:a16="http://schemas.microsoft.com/office/drawing/2014/main" id="{67E42311-418F-3BD4-03DB-BF9881717A0A}"/>
              </a:ext>
            </a:extLst>
          </p:cNvPr>
          <p:cNvGrpSpPr/>
          <p:nvPr/>
        </p:nvGrpSpPr>
        <p:grpSpPr>
          <a:xfrm>
            <a:off x="3326016" y="15212593"/>
            <a:ext cx="961356" cy="481098"/>
            <a:chOff x="2826931" y="15262837"/>
            <a:chExt cx="961356" cy="481098"/>
          </a:xfrm>
          <a:solidFill>
            <a:srgbClr val="47F9C6"/>
          </a:solidFill>
        </p:grpSpPr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9216C07F-6E25-45D3-B493-F8291E038DB1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265" name="组合 264">
                <a:extLst>
                  <a:ext uri="{FF2B5EF4-FFF2-40B4-BE49-F238E27FC236}">
                    <a16:creationId xmlns:a16="http://schemas.microsoft.com/office/drawing/2014/main" id="{194C4C1B-612E-1694-0358-2D079B627479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BCA824D7-9885-403E-BB12-AF2B92073BA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578CF50D-5CE9-3A3C-096E-01BBBD69507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613EFD0B-BFC3-9FFD-BCC4-49D8156DB9E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266" name="组合 265">
                <a:extLst>
                  <a:ext uri="{FF2B5EF4-FFF2-40B4-BE49-F238E27FC236}">
                    <a16:creationId xmlns:a16="http://schemas.microsoft.com/office/drawing/2014/main" id="{2C09E63F-07EE-F775-80EF-FD6576E2B2A3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267" name="矩形 266">
                  <a:extLst>
                    <a:ext uri="{FF2B5EF4-FFF2-40B4-BE49-F238E27FC236}">
                      <a16:creationId xmlns:a16="http://schemas.microsoft.com/office/drawing/2014/main" id="{0FACE693-C27E-F979-C8C1-84A0C2A672C6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8" name="矩形 267">
                  <a:extLst>
                    <a:ext uri="{FF2B5EF4-FFF2-40B4-BE49-F238E27FC236}">
                      <a16:creationId xmlns:a16="http://schemas.microsoft.com/office/drawing/2014/main" id="{D15C196F-138B-71BF-B037-2F8A863A6C1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78" name="矩形 277">
                  <a:extLst>
                    <a:ext uri="{FF2B5EF4-FFF2-40B4-BE49-F238E27FC236}">
                      <a16:creationId xmlns:a16="http://schemas.microsoft.com/office/drawing/2014/main" id="{36744FD3-3D73-6188-12DA-3E471F5F89AE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279" name="组合 278">
                <a:extLst>
                  <a:ext uri="{FF2B5EF4-FFF2-40B4-BE49-F238E27FC236}">
                    <a16:creationId xmlns:a16="http://schemas.microsoft.com/office/drawing/2014/main" id="{3F9B95D1-DB9D-3A6F-80DD-D82317E4A6B5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280" name="矩形 279">
                  <a:extLst>
                    <a:ext uri="{FF2B5EF4-FFF2-40B4-BE49-F238E27FC236}">
                      <a16:creationId xmlns:a16="http://schemas.microsoft.com/office/drawing/2014/main" id="{7D456F51-6494-EDF2-E237-A237C9913F4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90" name="矩形 289">
                  <a:extLst>
                    <a:ext uri="{FF2B5EF4-FFF2-40B4-BE49-F238E27FC236}">
                      <a16:creationId xmlns:a16="http://schemas.microsoft.com/office/drawing/2014/main" id="{2C27769A-D957-CAA6-F2AF-C8B96898039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91" name="矩形 290">
                  <a:extLst>
                    <a:ext uri="{FF2B5EF4-FFF2-40B4-BE49-F238E27FC236}">
                      <a16:creationId xmlns:a16="http://schemas.microsoft.com/office/drawing/2014/main" id="{70CCD5E3-D864-F709-E440-91AD19A20888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308" name="组合 307">
              <a:extLst>
                <a:ext uri="{FF2B5EF4-FFF2-40B4-BE49-F238E27FC236}">
                  <a16:creationId xmlns:a16="http://schemas.microsoft.com/office/drawing/2014/main" id="{17927528-A1A8-68FE-DDB3-64CD93FFF07E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09" name="组合 308">
                <a:extLst>
                  <a:ext uri="{FF2B5EF4-FFF2-40B4-BE49-F238E27FC236}">
                    <a16:creationId xmlns:a16="http://schemas.microsoft.com/office/drawing/2014/main" id="{DCE6E790-2EC6-3528-5F94-82D9DCEE9182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18" name="矩形 317">
                  <a:extLst>
                    <a:ext uri="{FF2B5EF4-FFF2-40B4-BE49-F238E27FC236}">
                      <a16:creationId xmlns:a16="http://schemas.microsoft.com/office/drawing/2014/main" id="{4425EFD3-7A8C-81D3-B2D4-EE37BD35CF8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20" name="矩形 319">
                  <a:extLst>
                    <a:ext uri="{FF2B5EF4-FFF2-40B4-BE49-F238E27FC236}">
                      <a16:creationId xmlns:a16="http://schemas.microsoft.com/office/drawing/2014/main" id="{EF7AFD9C-9883-F88F-BEFE-C71C68AAC6E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28" name="矩形 327">
                  <a:extLst>
                    <a:ext uri="{FF2B5EF4-FFF2-40B4-BE49-F238E27FC236}">
                      <a16:creationId xmlns:a16="http://schemas.microsoft.com/office/drawing/2014/main" id="{044FAB14-2DDB-3DEF-E269-810EF44301C0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10" name="组合 309">
                <a:extLst>
                  <a:ext uri="{FF2B5EF4-FFF2-40B4-BE49-F238E27FC236}">
                    <a16:creationId xmlns:a16="http://schemas.microsoft.com/office/drawing/2014/main" id="{CB5186C7-1A2A-CACC-35D9-F00C3C9AC649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15" name="矩形 314">
                  <a:extLst>
                    <a:ext uri="{FF2B5EF4-FFF2-40B4-BE49-F238E27FC236}">
                      <a16:creationId xmlns:a16="http://schemas.microsoft.com/office/drawing/2014/main" id="{BE2414E5-720B-8749-2AD6-53ABF17D6D6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16" name="矩形 315">
                  <a:extLst>
                    <a:ext uri="{FF2B5EF4-FFF2-40B4-BE49-F238E27FC236}">
                      <a16:creationId xmlns:a16="http://schemas.microsoft.com/office/drawing/2014/main" id="{DD3F8CE6-F4B7-D46F-6920-DE31BBA7621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17" name="矩形 316">
                  <a:extLst>
                    <a:ext uri="{FF2B5EF4-FFF2-40B4-BE49-F238E27FC236}">
                      <a16:creationId xmlns:a16="http://schemas.microsoft.com/office/drawing/2014/main" id="{0B3684CC-BFF6-A8C4-D229-8BCB844C47A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B3D7AD31-C99B-5242-A8D3-B26724CED967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12" name="矩形 311">
                  <a:extLst>
                    <a:ext uri="{FF2B5EF4-FFF2-40B4-BE49-F238E27FC236}">
                      <a16:creationId xmlns:a16="http://schemas.microsoft.com/office/drawing/2014/main" id="{5981C5CD-BBEF-C043-862E-8D231FBA8C3A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13" name="矩形 312">
                  <a:extLst>
                    <a:ext uri="{FF2B5EF4-FFF2-40B4-BE49-F238E27FC236}">
                      <a16:creationId xmlns:a16="http://schemas.microsoft.com/office/drawing/2014/main" id="{9F748BB1-58A5-4A01-22B0-CC044BC0C59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14" name="矩形 313">
                  <a:extLst>
                    <a:ext uri="{FF2B5EF4-FFF2-40B4-BE49-F238E27FC236}">
                      <a16:creationId xmlns:a16="http://schemas.microsoft.com/office/drawing/2014/main" id="{2F0A2B11-C976-57F4-B7A6-D4639141741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6B393DCD-20EC-4A34-27E2-360C1A52674E}"/>
              </a:ext>
            </a:extLst>
          </p:cNvPr>
          <p:cNvGrpSpPr/>
          <p:nvPr/>
        </p:nvGrpSpPr>
        <p:grpSpPr>
          <a:xfrm>
            <a:off x="5737148" y="15217300"/>
            <a:ext cx="961356" cy="481098"/>
            <a:chOff x="2826931" y="15262837"/>
            <a:chExt cx="961356" cy="481098"/>
          </a:xfrm>
          <a:solidFill>
            <a:srgbClr val="41BFFF"/>
          </a:solidFill>
        </p:grpSpPr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96CE11B6-38A5-DF56-C037-F260485B3631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57" name="组合 356">
                <a:extLst>
                  <a:ext uri="{FF2B5EF4-FFF2-40B4-BE49-F238E27FC236}">
                    <a16:creationId xmlns:a16="http://schemas.microsoft.com/office/drawing/2014/main" id="{A4B95DD9-207B-175D-0FCE-0EA3D2F1A6DC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66" name="矩形 365">
                  <a:extLst>
                    <a:ext uri="{FF2B5EF4-FFF2-40B4-BE49-F238E27FC236}">
                      <a16:creationId xmlns:a16="http://schemas.microsoft.com/office/drawing/2014/main" id="{3FAD2BFF-7382-0DF0-82EC-BBBCC6B179A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7" name="矩形 366">
                  <a:extLst>
                    <a:ext uri="{FF2B5EF4-FFF2-40B4-BE49-F238E27FC236}">
                      <a16:creationId xmlns:a16="http://schemas.microsoft.com/office/drawing/2014/main" id="{779578B0-4612-D46D-8403-568CE59B432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68" name="矩形 367">
                  <a:extLst>
                    <a:ext uri="{FF2B5EF4-FFF2-40B4-BE49-F238E27FC236}">
                      <a16:creationId xmlns:a16="http://schemas.microsoft.com/office/drawing/2014/main" id="{2868DB1B-1349-9ED4-8FD5-D5FD4321347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58" name="组合 357">
                <a:extLst>
                  <a:ext uri="{FF2B5EF4-FFF2-40B4-BE49-F238E27FC236}">
                    <a16:creationId xmlns:a16="http://schemas.microsoft.com/office/drawing/2014/main" id="{0E71EBC0-4232-1E24-5928-73135C8A6E0A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63" name="矩形 362">
                  <a:extLst>
                    <a:ext uri="{FF2B5EF4-FFF2-40B4-BE49-F238E27FC236}">
                      <a16:creationId xmlns:a16="http://schemas.microsoft.com/office/drawing/2014/main" id="{13927A6B-FE92-2DD4-5479-BF854556AB5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4" name="矩形 363">
                  <a:extLst>
                    <a:ext uri="{FF2B5EF4-FFF2-40B4-BE49-F238E27FC236}">
                      <a16:creationId xmlns:a16="http://schemas.microsoft.com/office/drawing/2014/main" id="{87A13C3B-F117-D293-6E6E-9C9AA90FF8A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65" name="矩形 364">
                  <a:extLst>
                    <a:ext uri="{FF2B5EF4-FFF2-40B4-BE49-F238E27FC236}">
                      <a16:creationId xmlns:a16="http://schemas.microsoft.com/office/drawing/2014/main" id="{91EE0D25-1E20-70C1-475D-3E47CBE13CA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59" name="组合 358">
                <a:extLst>
                  <a:ext uri="{FF2B5EF4-FFF2-40B4-BE49-F238E27FC236}">
                    <a16:creationId xmlns:a16="http://schemas.microsoft.com/office/drawing/2014/main" id="{D60545F0-6A4A-A15E-8AFE-3251EA35922C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60" name="矩形 359">
                  <a:extLst>
                    <a:ext uri="{FF2B5EF4-FFF2-40B4-BE49-F238E27FC236}">
                      <a16:creationId xmlns:a16="http://schemas.microsoft.com/office/drawing/2014/main" id="{A305E9F8-1A15-4D24-0673-2C247C11BEC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1" name="矩形 360">
                  <a:extLst>
                    <a:ext uri="{FF2B5EF4-FFF2-40B4-BE49-F238E27FC236}">
                      <a16:creationId xmlns:a16="http://schemas.microsoft.com/office/drawing/2014/main" id="{A4CC5369-465E-6B3E-8CE3-DB8A82FDC76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62" name="矩形 361">
                  <a:extLst>
                    <a:ext uri="{FF2B5EF4-FFF2-40B4-BE49-F238E27FC236}">
                      <a16:creationId xmlns:a16="http://schemas.microsoft.com/office/drawing/2014/main" id="{00BE26AF-7A7D-BA29-6747-4D04176E12F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337" name="组合 336">
              <a:extLst>
                <a:ext uri="{FF2B5EF4-FFF2-40B4-BE49-F238E27FC236}">
                  <a16:creationId xmlns:a16="http://schemas.microsoft.com/office/drawing/2014/main" id="{9DA1647C-5817-AF03-465F-36D52D6B9E83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39" name="组合 338">
                <a:extLst>
                  <a:ext uri="{FF2B5EF4-FFF2-40B4-BE49-F238E27FC236}">
                    <a16:creationId xmlns:a16="http://schemas.microsoft.com/office/drawing/2014/main" id="{0A92E2CD-D31A-5659-2EF3-6060B94647F0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51" name="矩形 350">
                  <a:extLst>
                    <a:ext uri="{FF2B5EF4-FFF2-40B4-BE49-F238E27FC236}">
                      <a16:creationId xmlns:a16="http://schemas.microsoft.com/office/drawing/2014/main" id="{33E6F2F9-9BF7-80BF-1390-B104B4683B3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2" name="矩形 351">
                  <a:extLst>
                    <a:ext uri="{FF2B5EF4-FFF2-40B4-BE49-F238E27FC236}">
                      <a16:creationId xmlns:a16="http://schemas.microsoft.com/office/drawing/2014/main" id="{0E0B270C-82F3-E666-B023-B4B706E837F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56" name="矩形 355">
                  <a:extLst>
                    <a:ext uri="{FF2B5EF4-FFF2-40B4-BE49-F238E27FC236}">
                      <a16:creationId xmlns:a16="http://schemas.microsoft.com/office/drawing/2014/main" id="{21014F49-6543-F44B-A35D-2747EC728E7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41" name="组合 340">
                <a:extLst>
                  <a:ext uri="{FF2B5EF4-FFF2-40B4-BE49-F238E27FC236}">
                    <a16:creationId xmlns:a16="http://schemas.microsoft.com/office/drawing/2014/main" id="{B8C35739-7FC0-B7CD-C330-E33F8A3B6F62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48" name="矩形 347">
                  <a:extLst>
                    <a:ext uri="{FF2B5EF4-FFF2-40B4-BE49-F238E27FC236}">
                      <a16:creationId xmlns:a16="http://schemas.microsoft.com/office/drawing/2014/main" id="{A80EC0B2-2213-773E-3975-91B11863AB4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49" name="矩形 348">
                  <a:extLst>
                    <a:ext uri="{FF2B5EF4-FFF2-40B4-BE49-F238E27FC236}">
                      <a16:creationId xmlns:a16="http://schemas.microsoft.com/office/drawing/2014/main" id="{E34089A5-9366-922D-851E-5891CB6467D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50" name="矩形 349">
                  <a:extLst>
                    <a:ext uri="{FF2B5EF4-FFF2-40B4-BE49-F238E27FC236}">
                      <a16:creationId xmlns:a16="http://schemas.microsoft.com/office/drawing/2014/main" id="{B4DAE255-6725-0DB3-3949-9230DFBB8958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43" name="组合 342">
                <a:extLst>
                  <a:ext uri="{FF2B5EF4-FFF2-40B4-BE49-F238E27FC236}">
                    <a16:creationId xmlns:a16="http://schemas.microsoft.com/office/drawing/2014/main" id="{DEE54E3F-098F-0E96-4AD1-68A0A63DBAD2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44" name="矩形 343">
                  <a:extLst>
                    <a:ext uri="{FF2B5EF4-FFF2-40B4-BE49-F238E27FC236}">
                      <a16:creationId xmlns:a16="http://schemas.microsoft.com/office/drawing/2014/main" id="{D96180E7-13CB-9284-74F8-2AC91D273C69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45" name="矩形 344">
                  <a:extLst>
                    <a:ext uri="{FF2B5EF4-FFF2-40B4-BE49-F238E27FC236}">
                      <a16:creationId xmlns:a16="http://schemas.microsoft.com/office/drawing/2014/main" id="{CE5A505D-5FAE-6FC5-1122-EFA6212F9A0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46" name="矩形 345">
                  <a:extLst>
                    <a:ext uri="{FF2B5EF4-FFF2-40B4-BE49-F238E27FC236}">
                      <a16:creationId xmlns:a16="http://schemas.microsoft.com/office/drawing/2014/main" id="{4CDAF6D9-5AA4-F267-0802-B9D703A72F8E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369" name="组合 368">
            <a:extLst>
              <a:ext uri="{FF2B5EF4-FFF2-40B4-BE49-F238E27FC236}">
                <a16:creationId xmlns:a16="http://schemas.microsoft.com/office/drawing/2014/main" id="{135EA8D4-5410-AAFE-53B2-FB1D697E7A5C}"/>
              </a:ext>
            </a:extLst>
          </p:cNvPr>
          <p:cNvGrpSpPr/>
          <p:nvPr/>
        </p:nvGrpSpPr>
        <p:grpSpPr>
          <a:xfrm>
            <a:off x="8494764" y="15212593"/>
            <a:ext cx="961356" cy="481098"/>
            <a:chOff x="2826931" y="15262837"/>
            <a:chExt cx="961356" cy="481098"/>
          </a:xfrm>
          <a:solidFill>
            <a:srgbClr val="CF89D9"/>
          </a:solidFill>
        </p:grpSpPr>
        <p:grpSp>
          <p:nvGrpSpPr>
            <p:cNvPr id="370" name="组合 369">
              <a:extLst>
                <a:ext uri="{FF2B5EF4-FFF2-40B4-BE49-F238E27FC236}">
                  <a16:creationId xmlns:a16="http://schemas.microsoft.com/office/drawing/2014/main" id="{50D02063-1499-39C6-3A7E-9836D864F2F2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84" name="组合 383">
                <a:extLst>
                  <a:ext uri="{FF2B5EF4-FFF2-40B4-BE49-F238E27FC236}">
                    <a16:creationId xmlns:a16="http://schemas.microsoft.com/office/drawing/2014/main" id="{9CF32CEA-CF98-FC63-8F3D-6DA496A26626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93" name="矩形 392">
                  <a:extLst>
                    <a:ext uri="{FF2B5EF4-FFF2-40B4-BE49-F238E27FC236}">
                      <a16:creationId xmlns:a16="http://schemas.microsoft.com/office/drawing/2014/main" id="{E555D62C-1534-7688-FF04-B1CC01301E0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94" name="矩形 393">
                  <a:extLst>
                    <a:ext uri="{FF2B5EF4-FFF2-40B4-BE49-F238E27FC236}">
                      <a16:creationId xmlns:a16="http://schemas.microsoft.com/office/drawing/2014/main" id="{9C214D8D-F4EB-BAA8-A1D3-59B6231E3AE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95" name="矩形 394">
                  <a:extLst>
                    <a:ext uri="{FF2B5EF4-FFF2-40B4-BE49-F238E27FC236}">
                      <a16:creationId xmlns:a16="http://schemas.microsoft.com/office/drawing/2014/main" id="{F572F79E-1547-52F4-0C84-3C5E5D1B343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85" name="组合 384">
                <a:extLst>
                  <a:ext uri="{FF2B5EF4-FFF2-40B4-BE49-F238E27FC236}">
                    <a16:creationId xmlns:a16="http://schemas.microsoft.com/office/drawing/2014/main" id="{547BFAD5-8820-94D4-302F-33B2A0516B26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90" name="矩形 389">
                  <a:extLst>
                    <a:ext uri="{FF2B5EF4-FFF2-40B4-BE49-F238E27FC236}">
                      <a16:creationId xmlns:a16="http://schemas.microsoft.com/office/drawing/2014/main" id="{014D0786-E3E7-7168-7207-35C5B766EBD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91" name="矩形 390">
                  <a:extLst>
                    <a:ext uri="{FF2B5EF4-FFF2-40B4-BE49-F238E27FC236}">
                      <a16:creationId xmlns:a16="http://schemas.microsoft.com/office/drawing/2014/main" id="{926577C5-D9EF-FF0F-7C0F-F3171049308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92" name="矩形 391">
                  <a:extLst>
                    <a:ext uri="{FF2B5EF4-FFF2-40B4-BE49-F238E27FC236}">
                      <a16:creationId xmlns:a16="http://schemas.microsoft.com/office/drawing/2014/main" id="{7D0330D0-F0A5-D5EE-673C-B5929025FC1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86" name="组合 385">
                <a:extLst>
                  <a:ext uri="{FF2B5EF4-FFF2-40B4-BE49-F238E27FC236}">
                    <a16:creationId xmlns:a16="http://schemas.microsoft.com/office/drawing/2014/main" id="{7956591C-35E3-AAC7-C3E2-4F9ABC62E66F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87" name="矩形 386">
                  <a:extLst>
                    <a:ext uri="{FF2B5EF4-FFF2-40B4-BE49-F238E27FC236}">
                      <a16:creationId xmlns:a16="http://schemas.microsoft.com/office/drawing/2014/main" id="{16E2483C-002D-A034-93E2-31F2C1488F9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8" name="矩形 387">
                  <a:extLst>
                    <a:ext uri="{FF2B5EF4-FFF2-40B4-BE49-F238E27FC236}">
                      <a16:creationId xmlns:a16="http://schemas.microsoft.com/office/drawing/2014/main" id="{2680C5CA-B8AB-44B0-19E8-B23E807569B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89" name="矩形 388">
                  <a:extLst>
                    <a:ext uri="{FF2B5EF4-FFF2-40B4-BE49-F238E27FC236}">
                      <a16:creationId xmlns:a16="http://schemas.microsoft.com/office/drawing/2014/main" id="{1896D4AA-5BB0-CDAE-AF3B-3381246C0BA2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371" name="组合 370">
              <a:extLst>
                <a:ext uri="{FF2B5EF4-FFF2-40B4-BE49-F238E27FC236}">
                  <a16:creationId xmlns:a16="http://schemas.microsoft.com/office/drawing/2014/main" id="{F44A8737-831D-65B6-9A0F-97673816A033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72" name="组合 371">
                <a:extLst>
                  <a:ext uri="{FF2B5EF4-FFF2-40B4-BE49-F238E27FC236}">
                    <a16:creationId xmlns:a16="http://schemas.microsoft.com/office/drawing/2014/main" id="{5004720E-9162-19B7-75B0-39F7398812BE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81" name="矩形 380">
                  <a:extLst>
                    <a:ext uri="{FF2B5EF4-FFF2-40B4-BE49-F238E27FC236}">
                      <a16:creationId xmlns:a16="http://schemas.microsoft.com/office/drawing/2014/main" id="{5511CE6C-60ED-4CE6-AB54-E06EBE1D3C8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2" name="矩形 381">
                  <a:extLst>
                    <a:ext uri="{FF2B5EF4-FFF2-40B4-BE49-F238E27FC236}">
                      <a16:creationId xmlns:a16="http://schemas.microsoft.com/office/drawing/2014/main" id="{365C6BC3-A4A0-4B30-C349-B000831E018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83" name="矩形 382">
                  <a:extLst>
                    <a:ext uri="{FF2B5EF4-FFF2-40B4-BE49-F238E27FC236}">
                      <a16:creationId xmlns:a16="http://schemas.microsoft.com/office/drawing/2014/main" id="{D2CEB0D9-7865-DAC4-30BB-996F921362D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73" name="组合 372">
                <a:extLst>
                  <a:ext uri="{FF2B5EF4-FFF2-40B4-BE49-F238E27FC236}">
                    <a16:creationId xmlns:a16="http://schemas.microsoft.com/office/drawing/2014/main" id="{F0FBE45C-256B-B214-9B07-6986B18E847C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78" name="矩形 377">
                  <a:extLst>
                    <a:ext uri="{FF2B5EF4-FFF2-40B4-BE49-F238E27FC236}">
                      <a16:creationId xmlns:a16="http://schemas.microsoft.com/office/drawing/2014/main" id="{BB760EEB-3AF6-34C5-49AB-43A26412A911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79" name="矩形 378">
                  <a:extLst>
                    <a:ext uri="{FF2B5EF4-FFF2-40B4-BE49-F238E27FC236}">
                      <a16:creationId xmlns:a16="http://schemas.microsoft.com/office/drawing/2014/main" id="{7037A361-224E-B125-6226-7341FE5D83B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80" name="矩形 379">
                  <a:extLst>
                    <a:ext uri="{FF2B5EF4-FFF2-40B4-BE49-F238E27FC236}">
                      <a16:creationId xmlns:a16="http://schemas.microsoft.com/office/drawing/2014/main" id="{E9D7B7F4-6250-63CF-A980-753AE8BE6C70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74" name="组合 373">
                <a:extLst>
                  <a:ext uri="{FF2B5EF4-FFF2-40B4-BE49-F238E27FC236}">
                    <a16:creationId xmlns:a16="http://schemas.microsoft.com/office/drawing/2014/main" id="{DEE7480D-84EE-EF3B-30D5-8696D441F392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75" name="矩形 374">
                  <a:extLst>
                    <a:ext uri="{FF2B5EF4-FFF2-40B4-BE49-F238E27FC236}">
                      <a16:creationId xmlns:a16="http://schemas.microsoft.com/office/drawing/2014/main" id="{AEA932C7-2C0A-C28D-A595-A05C87842D2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76" name="矩形 375">
                  <a:extLst>
                    <a:ext uri="{FF2B5EF4-FFF2-40B4-BE49-F238E27FC236}">
                      <a16:creationId xmlns:a16="http://schemas.microsoft.com/office/drawing/2014/main" id="{924C42F2-7F1B-1B91-1661-3D1FA962143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77" name="矩形 376">
                  <a:extLst>
                    <a:ext uri="{FF2B5EF4-FFF2-40B4-BE49-F238E27FC236}">
                      <a16:creationId xmlns:a16="http://schemas.microsoft.com/office/drawing/2014/main" id="{B5F449AD-1533-5977-8AB9-8D746439F33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DB372387-214B-2FBD-17B8-7872F52DB8B3}"/>
                  </a:ext>
                </a:extLst>
              </p:cNvPr>
              <p:cNvSpPr txBox="1"/>
              <p:nvPr/>
            </p:nvSpPr>
            <p:spPr>
              <a:xfrm>
                <a:off x="3326541" y="15717889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DB372387-214B-2FBD-17B8-7872F52D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541" y="15717889"/>
                <a:ext cx="994477" cy="382028"/>
              </a:xfrm>
              <a:prstGeom prst="rect">
                <a:avLst/>
              </a:prstGeom>
              <a:blipFill>
                <a:blip r:embed="rId2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梯形 396">
            <a:extLst>
              <a:ext uri="{FF2B5EF4-FFF2-40B4-BE49-F238E27FC236}">
                <a16:creationId xmlns:a16="http://schemas.microsoft.com/office/drawing/2014/main" id="{90E59960-4D0E-9754-273D-93B7C773A4D4}"/>
              </a:ext>
            </a:extLst>
          </p:cNvPr>
          <p:cNvSpPr/>
          <p:nvPr/>
        </p:nvSpPr>
        <p:spPr>
          <a:xfrm rot="10800000">
            <a:off x="2587054" y="14011275"/>
            <a:ext cx="7587299" cy="417364"/>
          </a:xfrm>
          <a:prstGeom prst="trapezoid">
            <a:avLst>
              <a:gd name="adj" fmla="val 74556"/>
            </a:avLst>
          </a:prstGeom>
          <a:gradFill flip="none" rotWithShape="1">
            <a:gsLst>
              <a:gs pos="5000">
                <a:schemeClr val="bg2">
                  <a:lumMod val="75000"/>
                </a:schemeClr>
              </a:gs>
              <a:gs pos="74000">
                <a:schemeClr val="bg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857F56B1-BA44-DDE0-08C4-72CD5CE96C61}"/>
              </a:ext>
            </a:extLst>
          </p:cNvPr>
          <p:cNvSpPr txBox="1"/>
          <p:nvPr/>
        </p:nvSpPr>
        <p:spPr>
          <a:xfrm>
            <a:off x="5057765" y="14076047"/>
            <a:ext cx="232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Dim reduction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0E89F3FB-E48E-FDB4-BA03-A2C234F760CF}"/>
                  </a:ext>
                </a:extLst>
              </p:cNvPr>
              <p:cNvSpPr txBox="1"/>
              <p:nvPr/>
            </p:nvSpPr>
            <p:spPr>
              <a:xfrm>
                <a:off x="5720588" y="15717889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0E89F3FB-E48E-FDB4-BA03-A2C234F76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588" y="15717889"/>
                <a:ext cx="994476" cy="382028"/>
              </a:xfrm>
              <a:prstGeom prst="rect">
                <a:avLst/>
              </a:prstGeom>
              <a:blipFill>
                <a:blip r:embed="rId2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8E0413E1-F8FC-1542-1C31-0B08AEF14992}"/>
                  </a:ext>
                </a:extLst>
              </p:cNvPr>
              <p:cNvSpPr txBox="1"/>
              <p:nvPr/>
            </p:nvSpPr>
            <p:spPr>
              <a:xfrm>
                <a:off x="8478204" y="15708870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8E0413E1-F8FC-1542-1C31-0B08AEF14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204" y="15708870"/>
                <a:ext cx="994476" cy="382028"/>
              </a:xfrm>
              <a:prstGeom prst="rect">
                <a:avLst/>
              </a:prstGeom>
              <a:blipFill>
                <a:blip r:embed="rId2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5" name="组合 404">
            <a:extLst>
              <a:ext uri="{FF2B5EF4-FFF2-40B4-BE49-F238E27FC236}">
                <a16:creationId xmlns:a16="http://schemas.microsoft.com/office/drawing/2014/main" id="{292BFCFD-A2B2-4520-56B0-1949B067D71A}"/>
              </a:ext>
            </a:extLst>
          </p:cNvPr>
          <p:cNvGrpSpPr/>
          <p:nvPr/>
        </p:nvGrpSpPr>
        <p:grpSpPr>
          <a:xfrm>
            <a:off x="1663302" y="17416214"/>
            <a:ext cx="961356" cy="481098"/>
            <a:chOff x="2826931" y="15262837"/>
            <a:chExt cx="961356" cy="481098"/>
          </a:xfrm>
          <a:solidFill>
            <a:schemeClr val="bg1">
              <a:lumMod val="75000"/>
            </a:schemeClr>
          </a:solidFill>
        </p:grpSpPr>
        <p:grpSp>
          <p:nvGrpSpPr>
            <p:cNvPr id="406" name="组合 405">
              <a:extLst>
                <a:ext uri="{FF2B5EF4-FFF2-40B4-BE49-F238E27FC236}">
                  <a16:creationId xmlns:a16="http://schemas.microsoft.com/office/drawing/2014/main" id="{65DA1460-987C-32F9-5923-9FFCFB68103F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20" name="组合 419">
                <a:extLst>
                  <a:ext uri="{FF2B5EF4-FFF2-40B4-BE49-F238E27FC236}">
                    <a16:creationId xmlns:a16="http://schemas.microsoft.com/office/drawing/2014/main" id="{AD301C4D-7514-5655-B7FC-6AA0744826A7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29" name="矩形 428">
                  <a:extLst>
                    <a:ext uri="{FF2B5EF4-FFF2-40B4-BE49-F238E27FC236}">
                      <a16:creationId xmlns:a16="http://schemas.microsoft.com/office/drawing/2014/main" id="{B9E23749-B2E8-4853-4519-4EAF07E70A9C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30" name="矩形 429">
                  <a:extLst>
                    <a:ext uri="{FF2B5EF4-FFF2-40B4-BE49-F238E27FC236}">
                      <a16:creationId xmlns:a16="http://schemas.microsoft.com/office/drawing/2014/main" id="{0F62FB91-BA70-EA97-1823-FD71B3204BF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31" name="矩形 430">
                  <a:extLst>
                    <a:ext uri="{FF2B5EF4-FFF2-40B4-BE49-F238E27FC236}">
                      <a16:creationId xmlns:a16="http://schemas.microsoft.com/office/drawing/2014/main" id="{4CCBD13B-9F1D-1DCD-8454-F8FB0E07A12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21" name="组合 420">
                <a:extLst>
                  <a:ext uri="{FF2B5EF4-FFF2-40B4-BE49-F238E27FC236}">
                    <a16:creationId xmlns:a16="http://schemas.microsoft.com/office/drawing/2014/main" id="{3273E058-D418-832F-D157-4C60031256E3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26" name="矩形 425">
                  <a:extLst>
                    <a:ext uri="{FF2B5EF4-FFF2-40B4-BE49-F238E27FC236}">
                      <a16:creationId xmlns:a16="http://schemas.microsoft.com/office/drawing/2014/main" id="{97241F94-1BDB-DE94-2EC8-F85D2CA27F5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27" name="矩形 426">
                  <a:extLst>
                    <a:ext uri="{FF2B5EF4-FFF2-40B4-BE49-F238E27FC236}">
                      <a16:creationId xmlns:a16="http://schemas.microsoft.com/office/drawing/2014/main" id="{794CA6FC-CAEB-9DE7-E4E9-A64CE1B4E4A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28" name="矩形 427">
                  <a:extLst>
                    <a:ext uri="{FF2B5EF4-FFF2-40B4-BE49-F238E27FC236}">
                      <a16:creationId xmlns:a16="http://schemas.microsoft.com/office/drawing/2014/main" id="{6B6F3FCC-79C7-0A4A-3C51-3A78D946BFC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22" name="组合 421">
                <a:extLst>
                  <a:ext uri="{FF2B5EF4-FFF2-40B4-BE49-F238E27FC236}">
                    <a16:creationId xmlns:a16="http://schemas.microsoft.com/office/drawing/2014/main" id="{FEAC04D9-05BB-03F6-3FDC-5BA236162793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23" name="矩形 422">
                  <a:extLst>
                    <a:ext uri="{FF2B5EF4-FFF2-40B4-BE49-F238E27FC236}">
                      <a16:creationId xmlns:a16="http://schemas.microsoft.com/office/drawing/2014/main" id="{E61C4889-7CBA-E7C7-3767-2A4971CE4B3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24" name="矩形 423">
                  <a:extLst>
                    <a:ext uri="{FF2B5EF4-FFF2-40B4-BE49-F238E27FC236}">
                      <a16:creationId xmlns:a16="http://schemas.microsoft.com/office/drawing/2014/main" id="{7A017BFD-015C-646F-55DC-F26E9047D10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25" name="矩形 424">
                  <a:extLst>
                    <a:ext uri="{FF2B5EF4-FFF2-40B4-BE49-F238E27FC236}">
                      <a16:creationId xmlns:a16="http://schemas.microsoft.com/office/drawing/2014/main" id="{216E7354-57F1-2AA3-DE83-7B85BB6B62A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407" name="组合 406">
              <a:extLst>
                <a:ext uri="{FF2B5EF4-FFF2-40B4-BE49-F238E27FC236}">
                  <a16:creationId xmlns:a16="http://schemas.microsoft.com/office/drawing/2014/main" id="{B49B868C-2F8F-CD2B-03FD-B0294986D00F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08" name="组合 407">
                <a:extLst>
                  <a:ext uri="{FF2B5EF4-FFF2-40B4-BE49-F238E27FC236}">
                    <a16:creationId xmlns:a16="http://schemas.microsoft.com/office/drawing/2014/main" id="{F4CF5F32-CDE2-473C-E048-EDAA8057EDC7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17" name="矩形 416">
                  <a:extLst>
                    <a:ext uri="{FF2B5EF4-FFF2-40B4-BE49-F238E27FC236}">
                      <a16:creationId xmlns:a16="http://schemas.microsoft.com/office/drawing/2014/main" id="{DE35ACE5-0DB0-1125-FE9E-E7C7F23545C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8" name="矩形 417">
                  <a:extLst>
                    <a:ext uri="{FF2B5EF4-FFF2-40B4-BE49-F238E27FC236}">
                      <a16:creationId xmlns:a16="http://schemas.microsoft.com/office/drawing/2014/main" id="{82AE820A-317C-6589-5B8C-CF50465D66E5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19" name="矩形 418">
                  <a:extLst>
                    <a:ext uri="{FF2B5EF4-FFF2-40B4-BE49-F238E27FC236}">
                      <a16:creationId xmlns:a16="http://schemas.microsoft.com/office/drawing/2014/main" id="{D63CEFA1-013B-23D9-4903-6948CD037BB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09" name="组合 408">
                <a:extLst>
                  <a:ext uri="{FF2B5EF4-FFF2-40B4-BE49-F238E27FC236}">
                    <a16:creationId xmlns:a16="http://schemas.microsoft.com/office/drawing/2014/main" id="{0DF3A222-42BC-3AFC-D7E6-5A74F4C0A184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14" name="矩形 413">
                  <a:extLst>
                    <a:ext uri="{FF2B5EF4-FFF2-40B4-BE49-F238E27FC236}">
                      <a16:creationId xmlns:a16="http://schemas.microsoft.com/office/drawing/2014/main" id="{A944D6E9-7119-4613-4D4A-3F00A85675C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5" name="矩形 414">
                  <a:extLst>
                    <a:ext uri="{FF2B5EF4-FFF2-40B4-BE49-F238E27FC236}">
                      <a16:creationId xmlns:a16="http://schemas.microsoft.com/office/drawing/2014/main" id="{4C588A82-C815-A090-5643-BFE83570F49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16" name="矩形 415">
                  <a:extLst>
                    <a:ext uri="{FF2B5EF4-FFF2-40B4-BE49-F238E27FC236}">
                      <a16:creationId xmlns:a16="http://schemas.microsoft.com/office/drawing/2014/main" id="{3C021B0C-0E47-5CA2-F8BC-DF371207D5C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10" name="组合 409">
                <a:extLst>
                  <a:ext uri="{FF2B5EF4-FFF2-40B4-BE49-F238E27FC236}">
                    <a16:creationId xmlns:a16="http://schemas.microsoft.com/office/drawing/2014/main" id="{9ECA1603-3595-5F4F-E130-B383E33A6B02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11" name="矩形 410">
                  <a:extLst>
                    <a:ext uri="{FF2B5EF4-FFF2-40B4-BE49-F238E27FC236}">
                      <a16:creationId xmlns:a16="http://schemas.microsoft.com/office/drawing/2014/main" id="{69467A8A-F68C-688C-53C0-854CC1F4C7C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2" name="矩形 411">
                  <a:extLst>
                    <a:ext uri="{FF2B5EF4-FFF2-40B4-BE49-F238E27FC236}">
                      <a16:creationId xmlns:a16="http://schemas.microsoft.com/office/drawing/2014/main" id="{97AD0E8A-C0FB-3B90-8FA9-3D2CCBFAECA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13" name="矩形 412">
                  <a:extLst>
                    <a:ext uri="{FF2B5EF4-FFF2-40B4-BE49-F238E27FC236}">
                      <a16:creationId xmlns:a16="http://schemas.microsoft.com/office/drawing/2014/main" id="{B4EE707A-2544-D94B-5920-A18360E449D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4437FA6B-573E-A7FB-00B8-BEB227F91EB5}"/>
                  </a:ext>
                </a:extLst>
              </p:cNvPr>
              <p:cNvSpPr txBox="1"/>
              <p:nvPr/>
            </p:nvSpPr>
            <p:spPr>
              <a:xfrm>
                <a:off x="1663827" y="17921510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4437FA6B-573E-A7FB-00B8-BEB227F91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27" y="17921510"/>
                <a:ext cx="994477" cy="38202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3" name="文本框 432">
            <a:extLst>
              <a:ext uri="{FF2B5EF4-FFF2-40B4-BE49-F238E27FC236}">
                <a16:creationId xmlns:a16="http://schemas.microsoft.com/office/drawing/2014/main" id="{AD39330B-14A6-8513-B84B-3781447B6DB2}"/>
              </a:ext>
            </a:extLst>
          </p:cNvPr>
          <p:cNvSpPr txBox="1"/>
          <p:nvPr/>
        </p:nvSpPr>
        <p:spPr>
          <a:xfrm>
            <a:off x="1545409" y="16531917"/>
            <a:ext cx="123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Trained Query Vectors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4" name="直线箭头连接符 433">
            <a:extLst>
              <a:ext uri="{FF2B5EF4-FFF2-40B4-BE49-F238E27FC236}">
                <a16:creationId xmlns:a16="http://schemas.microsoft.com/office/drawing/2014/main" id="{C3822C5D-DB4A-CC84-D299-6C57801C29B2}"/>
              </a:ext>
            </a:extLst>
          </p:cNvPr>
          <p:cNvCxnSpPr>
            <a:cxnSpLocks/>
          </p:cNvCxnSpPr>
          <p:nvPr/>
        </p:nvCxnSpPr>
        <p:spPr>
          <a:xfrm>
            <a:off x="3548308" y="16099917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5" name="直线箭头连接符 434">
            <a:extLst>
              <a:ext uri="{FF2B5EF4-FFF2-40B4-BE49-F238E27FC236}">
                <a16:creationId xmlns:a16="http://schemas.microsoft.com/office/drawing/2014/main" id="{08BA7A0F-7D2F-9627-FE4A-CB0DC2E9828C}"/>
              </a:ext>
            </a:extLst>
          </p:cNvPr>
          <p:cNvCxnSpPr>
            <a:cxnSpLocks/>
          </p:cNvCxnSpPr>
          <p:nvPr/>
        </p:nvCxnSpPr>
        <p:spPr>
          <a:xfrm>
            <a:off x="5959440" y="16099917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6" name="直线箭头连接符 435">
            <a:extLst>
              <a:ext uri="{FF2B5EF4-FFF2-40B4-BE49-F238E27FC236}">
                <a16:creationId xmlns:a16="http://schemas.microsoft.com/office/drawing/2014/main" id="{4E0076DB-32B6-A6DD-DCAF-B0FC6A092828}"/>
              </a:ext>
            </a:extLst>
          </p:cNvPr>
          <p:cNvCxnSpPr>
            <a:cxnSpLocks/>
          </p:cNvCxnSpPr>
          <p:nvPr/>
        </p:nvCxnSpPr>
        <p:spPr>
          <a:xfrm>
            <a:off x="8717056" y="16099917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7" name="直线箭头连接符 436">
            <a:extLst>
              <a:ext uri="{FF2B5EF4-FFF2-40B4-BE49-F238E27FC236}">
                <a16:creationId xmlns:a16="http://schemas.microsoft.com/office/drawing/2014/main" id="{E468526A-78D6-8D44-6A55-9CC8623D3955}"/>
              </a:ext>
            </a:extLst>
          </p:cNvPr>
          <p:cNvCxnSpPr>
            <a:cxnSpLocks/>
          </p:cNvCxnSpPr>
          <p:nvPr/>
        </p:nvCxnSpPr>
        <p:spPr>
          <a:xfrm>
            <a:off x="4027331" y="16099917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8" name="直线箭头连接符 437">
            <a:extLst>
              <a:ext uri="{FF2B5EF4-FFF2-40B4-BE49-F238E27FC236}">
                <a16:creationId xmlns:a16="http://schemas.microsoft.com/office/drawing/2014/main" id="{98077A7F-E6C1-B3A7-58DA-B18B0EEAEF50}"/>
              </a:ext>
            </a:extLst>
          </p:cNvPr>
          <p:cNvCxnSpPr>
            <a:cxnSpLocks/>
          </p:cNvCxnSpPr>
          <p:nvPr/>
        </p:nvCxnSpPr>
        <p:spPr>
          <a:xfrm>
            <a:off x="6438463" y="16099917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9" name="直线箭头连接符 438">
            <a:extLst>
              <a:ext uri="{FF2B5EF4-FFF2-40B4-BE49-F238E27FC236}">
                <a16:creationId xmlns:a16="http://schemas.microsoft.com/office/drawing/2014/main" id="{AA80EDB2-BDC5-5F9B-6122-BAFAA12D59C2}"/>
              </a:ext>
            </a:extLst>
          </p:cNvPr>
          <p:cNvCxnSpPr>
            <a:cxnSpLocks/>
          </p:cNvCxnSpPr>
          <p:nvPr/>
        </p:nvCxnSpPr>
        <p:spPr>
          <a:xfrm>
            <a:off x="9196079" y="16099917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0" name="文本框 439">
            <a:extLst>
              <a:ext uri="{FF2B5EF4-FFF2-40B4-BE49-F238E27FC236}">
                <a16:creationId xmlns:a16="http://schemas.microsoft.com/office/drawing/2014/main" id="{7EFC0303-F09D-33C1-420A-97270FC9E538}"/>
              </a:ext>
            </a:extLst>
          </p:cNvPr>
          <p:cNvSpPr txBox="1"/>
          <p:nvPr/>
        </p:nvSpPr>
        <p:spPr>
          <a:xfrm>
            <a:off x="3306019" y="16529982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zh-CN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6E4A8AA5-4394-D919-6507-D73574EA64B5}"/>
              </a:ext>
            </a:extLst>
          </p:cNvPr>
          <p:cNvSpPr txBox="1"/>
          <p:nvPr/>
        </p:nvSpPr>
        <p:spPr>
          <a:xfrm>
            <a:off x="5766668" y="16529982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zh-CN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2" name="文本框 441">
            <a:extLst>
              <a:ext uri="{FF2B5EF4-FFF2-40B4-BE49-F238E27FC236}">
                <a16:creationId xmlns:a16="http://schemas.microsoft.com/office/drawing/2014/main" id="{13CA9BD0-6B99-0CA7-759E-C512D623DC1B}"/>
              </a:ext>
            </a:extLst>
          </p:cNvPr>
          <p:cNvSpPr txBox="1"/>
          <p:nvPr/>
        </p:nvSpPr>
        <p:spPr>
          <a:xfrm>
            <a:off x="8499908" y="16529982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zh-CN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3" name="文本框 442">
            <a:extLst>
              <a:ext uri="{FF2B5EF4-FFF2-40B4-BE49-F238E27FC236}">
                <a16:creationId xmlns:a16="http://schemas.microsoft.com/office/drawing/2014/main" id="{308200AC-B22A-AC8C-CBA5-DFAA102263F5}"/>
              </a:ext>
            </a:extLst>
          </p:cNvPr>
          <p:cNvSpPr txBox="1"/>
          <p:nvPr/>
        </p:nvSpPr>
        <p:spPr>
          <a:xfrm>
            <a:off x="3790886" y="16529982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4" name="文本框 443">
            <a:extLst>
              <a:ext uri="{FF2B5EF4-FFF2-40B4-BE49-F238E27FC236}">
                <a16:creationId xmlns:a16="http://schemas.microsoft.com/office/drawing/2014/main" id="{63D9A485-6CD6-5A56-3102-2ED16D290416}"/>
              </a:ext>
            </a:extLst>
          </p:cNvPr>
          <p:cNvSpPr txBox="1"/>
          <p:nvPr/>
        </p:nvSpPr>
        <p:spPr>
          <a:xfrm>
            <a:off x="6251535" y="16529982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58AB8FB0-A1AB-8693-FB94-20E707940198}"/>
              </a:ext>
            </a:extLst>
          </p:cNvPr>
          <p:cNvSpPr txBox="1"/>
          <p:nvPr/>
        </p:nvSpPr>
        <p:spPr>
          <a:xfrm>
            <a:off x="8984775" y="16529982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6" name="直线箭头连接符 445">
            <a:extLst>
              <a:ext uri="{FF2B5EF4-FFF2-40B4-BE49-F238E27FC236}">
                <a16:creationId xmlns:a16="http://schemas.microsoft.com/office/drawing/2014/main" id="{86DC59D8-7E03-03B7-8513-5BBA0B1DBF49}"/>
              </a:ext>
            </a:extLst>
          </p:cNvPr>
          <p:cNvCxnSpPr>
            <a:cxnSpLocks/>
            <a:stCxn id="416" idx="3"/>
          </p:cNvCxnSpPr>
          <p:nvPr/>
        </p:nvCxnSpPr>
        <p:spPr>
          <a:xfrm>
            <a:off x="2624658" y="17656466"/>
            <a:ext cx="5618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BF3C64CF-9FAA-90ED-0619-C4B9CE363062}"/>
              </a:ext>
            </a:extLst>
          </p:cNvPr>
          <p:cNvGrpSpPr/>
          <p:nvPr/>
        </p:nvGrpSpPr>
        <p:grpSpPr>
          <a:xfrm>
            <a:off x="3339504" y="17430193"/>
            <a:ext cx="961356" cy="481098"/>
            <a:chOff x="2826931" y="15262837"/>
            <a:chExt cx="961356" cy="481098"/>
          </a:xfrm>
          <a:solidFill>
            <a:srgbClr val="47F9C6"/>
          </a:solidFill>
        </p:grpSpPr>
        <p:grpSp>
          <p:nvGrpSpPr>
            <p:cNvPr id="462" name="组合 461">
              <a:extLst>
                <a:ext uri="{FF2B5EF4-FFF2-40B4-BE49-F238E27FC236}">
                  <a16:creationId xmlns:a16="http://schemas.microsoft.com/office/drawing/2014/main" id="{DECB40DC-F95D-F4BE-1D0E-FAE4B10FEB1B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76" name="组合 475">
                <a:extLst>
                  <a:ext uri="{FF2B5EF4-FFF2-40B4-BE49-F238E27FC236}">
                    <a16:creationId xmlns:a16="http://schemas.microsoft.com/office/drawing/2014/main" id="{2D766CC3-2BA3-BE85-467A-2EF1108CD7F4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85" name="矩形 484">
                  <a:extLst>
                    <a:ext uri="{FF2B5EF4-FFF2-40B4-BE49-F238E27FC236}">
                      <a16:creationId xmlns:a16="http://schemas.microsoft.com/office/drawing/2014/main" id="{3E35BFFD-63D3-0FF6-8784-6A84BAF3A106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6" name="矩形 485">
                  <a:extLst>
                    <a:ext uri="{FF2B5EF4-FFF2-40B4-BE49-F238E27FC236}">
                      <a16:creationId xmlns:a16="http://schemas.microsoft.com/office/drawing/2014/main" id="{25719B6C-E18D-0256-97E5-9C2007D39B2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87" name="矩形 486">
                  <a:extLst>
                    <a:ext uri="{FF2B5EF4-FFF2-40B4-BE49-F238E27FC236}">
                      <a16:creationId xmlns:a16="http://schemas.microsoft.com/office/drawing/2014/main" id="{EE45FB21-5D9E-8CCF-BB55-4C6FB8A1AC7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77" name="组合 476">
                <a:extLst>
                  <a:ext uri="{FF2B5EF4-FFF2-40B4-BE49-F238E27FC236}">
                    <a16:creationId xmlns:a16="http://schemas.microsoft.com/office/drawing/2014/main" id="{EF169F23-6A44-C3BF-58D9-0D16F6E7BB54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82" name="矩形 481">
                  <a:extLst>
                    <a:ext uri="{FF2B5EF4-FFF2-40B4-BE49-F238E27FC236}">
                      <a16:creationId xmlns:a16="http://schemas.microsoft.com/office/drawing/2014/main" id="{F1A9E247-6FEE-0E2D-CCD2-9AA9231537B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3" name="矩形 482">
                  <a:extLst>
                    <a:ext uri="{FF2B5EF4-FFF2-40B4-BE49-F238E27FC236}">
                      <a16:creationId xmlns:a16="http://schemas.microsoft.com/office/drawing/2014/main" id="{D79A8020-4ED0-8F2C-FD8D-D10E8AB02B2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84" name="矩形 483">
                  <a:extLst>
                    <a:ext uri="{FF2B5EF4-FFF2-40B4-BE49-F238E27FC236}">
                      <a16:creationId xmlns:a16="http://schemas.microsoft.com/office/drawing/2014/main" id="{5E1899C0-B6B0-29C8-5A80-D615A4815B88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78" name="组合 477">
                <a:extLst>
                  <a:ext uri="{FF2B5EF4-FFF2-40B4-BE49-F238E27FC236}">
                    <a16:creationId xmlns:a16="http://schemas.microsoft.com/office/drawing/2014/main" id="{D36017CC-67F4-962E-8D11-350FBFA90228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79" name="矩形 478">
                  <a:extLst>
                    <a:ext uri="{FF2B5EF4-FFF2-40B4-BE49-F238E27FC236}">
                      <a16:creationId xmlns:a16="http://schemas.microsoft.com/office/drawing/2014/main" id="{0BCFD21A-400C-1CBB-C7C5-961F31B44011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0" name="矩形 479">
                  <a:extLst>
                    <a:ext uri="{FF2B5EF4-FFF2-40B4-BE49-F238E27FC236}">
                      <a16:creationId xmlns:a16="http://schemas.microsoft.com/office/drawing/2014/main" id="{5261E0EB-2F82-1AF2-53A9-685AE81FBE3C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81" name="矩形 480">
                  <a:extLst>
                    <a:ext uri="{FF2B5EF4-FFF2-40B4-BE49-F238E27FC236}">
                      <a16:creationId xmlns:a16="http://schemas.microsoft.com/office/drawing/2014/main" id="{2420CB2B-8B70-5F53-1AF1-969CAFF7683E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0DD1E24C-4AC4-04B6-7666-12F5A046C1B6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64" name="组合 463">
                <a:extLst>
                  <a:ext uri="{FF2B5EF4-FFF2-40B4-BE49-F238E27FC236}">
                    <a16:creationId xmlns:a16="http://schemas.microsoft.com/office/drawing/2014/main" id="{93B2A4A4-45D1-29E3-C6A6-14E8CF23B440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73" name="矩形 472">
                  <a:extLst>
                    <a:ext uri="{FF2B5EF4-FFF2-40B4-BE49-F238E27FC236}">
                      <a16:creationId xmlns:a16="http://schemas.microsoft.com/office/drawing/2014/main" id="{3206555E-C84E-14A2-949B-5E8CF6E73EE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74" name="矩形 473">
                  <a:extLst>
                    <a:ext uri="{FF2B5EF4-FFF2-40B4-BE49-F238E27FC236}">
                      <a16:creationId xmlns:a16="http://schemas.microsoft.com/office/drawing/2014/main" id="{0EE9FA99-58AC-0855-CCA8-078653E48D0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75" name="矩形 474">
                  <a:extLst>
                    <a:ext uri="{FF2B5EF4-FFF2-40B4-BE49-F238E27FC236}">
                      <a16:creationId xmlns:a16="http://schemas.microsoft.com/office/drawing/2014/main" id="{6058E74E-722F-5B07-7BDC-94C954ADB6F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65" name="组合 464">
                <a:extLst>
                  <a:ext uri="{FF2B5EF4-FFF2-40B4-BE49-F238E27FC236}">
                    <a16:creationId xmlns:a16="http://schemas.microsoft.com/office/drawing/2014/main" id="{05F6B4D3-5B9D-E87C-1152-B70B4D3C180D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70" name="矩形 469">
                  <a:extLst>
                    <a:ext uri="{FF2B5EF4-FFF2-40B4-BE49-F238E27FC236}">
                      <a16:creationId xmlns:a16="http://schemas.microsoft.com/office/drawing/2014/main" id="{326158D7-8DE8-C96D-1FC0-4A917A2DB3C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71" name="矩形 470">
                  <a:extLst>
                    <a:ext uri="{FF2B5EF4-FFF2-40B4-BE49-F238E27FC236}">
                      <a16:creationId xmlns:a16="http://schemas.microsoft.com/office/drawing/2014/main" id="{2EA73ADE-F3DB-56DD-1DFE-A81B2CB6068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72" name="矩形 471">
                  <a:extLst>
                    <a:ext uri="{FF2B5EF4-FFF2-40B4-BE49-F238E27FC236}">
                      <a16:creationId xmlns:a16="http://schemas.microsoft.com/office/drawing/2014/main" id="{4D6E59B8-237D-78D6-3E2E-592720A8CD15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66" name="组合 465">
                <a:extLst>
                  <a:ext uri="{FF2B5EF4-FFF2-40B4-BE49-F238E27FC236}">
                    <a16:creationId xmlns:a16="http://schemas.microsoft.com/office/drawing/2014/main" id="{48219365-92DC-136A-5742-AC6B9D178D88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67" name="矩形 466">
                  <a:extLst>
                    <a:ext uri="{FF2B5EF4-FFF2-40B4-BE49-F238E27FC236}">
                      <a16:creationId xmlns:a16="http://schemas.microsoft.com/office/drawing/2014/main" id="{EA8FC808-8272-9333-F3E6-6044FE4102D7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68" name="矩形 467">
                  <a:extLst>
                    <a:ext uri="{FF2B5EF4-FFF2-40B4-BE49-F238E27FC236}">
                      <a16:creationId xmlns:a16="http://schemas.microsoft.com/office/drawing/2014/main" id="{BCC10A0E-256A-C72F-0809-D7503B119BAC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69" name="矩形 468">
                  <a:extLst>
                    <a:ext uri="{FF2B5EF4-FFF2-40B4-BE49-F238E27FC236}">
                      <a16:creationId xmlns:a16="http://schemas.microsoft.com/office/drawing/2014/main" id="{32C3C98C-95E9-F84B-EB38-3AFB1E85EC7A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B8E1D009-59DF-9770-922C-FC78CDBF847D}"/>
              </a:ext>
            </a:extLst>
          </p:cNvPr>
          <p:cNvGrpSpPr/>
          <p:nvPr/>
        </p:nvGrpSpPr>
        <p:grpSpPr>
          <a:xfrm>
            <a:off x="5750636" y="17434900"/>
            <a:ext cx="961356" cy="481098"/>
            <a:chOff x="2826931" y="15262837"/>
            <a:chExt cx="961356" cy="481098"/>
          </a:xfrm>
          <a:solidFill>
            <a:srgbClr val="41BFFF"/>
          </a:solidFill>
        </p:grpSpPr>
        <p:grpSp>
          <p:nvGrpSpPr>
            <p:cNvPr id="489" name="组合 488">
              <a:extLst>
                <a:ext uri="{FF2B5EF4-FFF2-40B4-BE49-F238E27FC236}">
                  <a16:creationId xmlns:a16="http://schemas.microsoft.com/office/drawing/2014/main" id="{647DA4C0-219F-DAB8-FDBA-B208860515CD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03" name="组合 502">
                <a:extLst>
                  <a:ext uri="{FF2B5EF4-FFF2-40B4-BE49-F238E27FC236}">
                    <a16:creationId xmlns:a16="http://schemas.microsoft.com/office/drawing/2014/main" id="{39AE9FE7-140E-B157-CFAB-5D129F254615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12" name="矩形 511">
                  <a:extLst>
                    <a:ext uri="{FF2B5EF4-FFF2-40B4-BE49-F238E27FC236}">
                      <a16:creationId xmlns:a16="http://schemas.microsoft.com/office/drawing/2014/main" id="{12BF87CF-BECF-0894-64C5-2E6900E30E0C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3" name="矩形 512">
                  <a:extLst>
                    <a:ext uri="{FF2B5EF4-FFF2-40B4-BE49-F238E27FC236}">
                      <a16:creationId xmlns:a16="http://schemas.microsoft.com/office/drawing/2014/main" id="{A017E912-7C83-A41E-4D88-7699EAB1DA2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14" name="矩形 513">
                  <a:extLst>
                    <a:ext uri="{FF2B5EF4-FFF2-40B4-BE49-F238E27FC236}">
                      <a16:creationId xmlns:a16="http://schemas.microsoft.com/office/drawing/2014/main" id="{48F9DA4C-1CE5-2320-FDB7-DF451306D1F0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04" name="组合 503">
                <a:extLst>
                  <a:ext uri="{FF2B5EF4-FFF2-40B4-BE49-F238E27FC236}">
                    <a16:creationId xmlns:a16="http://schemas.microsoft.com/office/drawing/2014/main" id="{7DE7C0CA-BC94-A20F-F1DB-7F003A91598A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09" name="矩形 508">
                  <a:extLst>
                    <a:ext uri="{FF2B5EF4-FFF2-40B4-BE49-F238E27FC236}">
                      <a16:creationId xmlns:a16="http://schemas.microsoft.com/office/drawing/2014/main" id="{79D24A8A-3859-FC8E-D4DC-FC06E1109B8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0" name="矩形 509">
                  <a:extLst>
                    <a:ext uri="{FF2B5EF4-FFF2-40B4-BE49-F238E27FC236}">
                      <a16:creationId xmlns:a16="http://schemas.microsoft.com/office/drawing/2014/main" id="{991C47C0-1ECF-FEB4-059B-48B245A2F575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11" name="矩形 510">
                  <a:extLst>
                    <a:ext uri="{FF2B5EF4-FFF2-40B4-BE49-F238E27FC236}">
                      <a16:creationId xmlns:a16="http://schemas.microsoft.com/office/drawing/2014/main" id="{38356B89-35D8-DB94-DCA7-69C62DB9470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05" name="组合 504">
                <a:extLst>
                  <a:ext uri="{FF2B5EF4-FFF2-40B4-BE49-F238E27FC236}">
                    <a16:creationId xmlns:a16="http://schemas.microsoft.com/office/drawing/2014/main" id="{82BD212F-0D9D-FAEF-7C97-4E640F01B87F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06" name="矩形 505">
                  <a:extLst>
                    <a:ext uri="{FF2B5EF4-FFF2-40B4-BE49-F238E27FC236}">
                      <a16:creationId xmlns:a16="http://schemas.microsoft.com/office/drawing/2014/main" id="{37D31E18-E39F-1E49-E522-C8B6B787D83A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07" name="矩形 506">
                  <a:extLst>
                    <a:ext uri="{FF2B5EF4-FFF2-40B4-BE49-F238E27FC236}">
                      <a16:creationId xmlns:a16="http://schemas.microsoft.com/office/drawing/2014/main" id="{FF7EFEBD-1BF1-7535-8B4C-0C60F672197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08" name="矩形 507">
                  <a:extLst>
                    <a:ext uri="{FF2B5EF4-FFF2-40B4-BE49-F238E27FC236}">
                      <a16:creationId xmlns:a16="http://schemas.microsoft.com/office/drawing/2014/main" id="{E141CB44-C132-E098-2991-23503ADB67E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E2B059C7-F5C3-42DB-7264-F8DBB54A3598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91" name="组合 490">
                <a:extLst>
                  <a:ext uri="{FF2B5EF4-FFF2-40B4-BE49-F238E27FC236}">
                    <a16:creationId xmlns:a16="http://schemas.microsoft.com/office/drawing/2014/main" id="{3FD07E92-38B4-8948-69BB-A82FA0B3ECD4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00" name="矩形 499">
                  <a:extLst>
                    <a:ext uri="{FF2B5EF4-FFF2-40B4-BE49-F238E27FC236}">
                      <a16:creationId xmlns:a16="http://schemas.microsoft.com/office/drawing/2014/main" id="{B5E309AC-97EB-CD1E-90C7-86EBCF65FE55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01" name="矩形 500">
                  <a:extLst>
                    <a:ext uri="{FF2B5EF4-FFF2-40B4-BE49-F238E27FC236}">
                      <a16:creationId xmlns:a16="http://schemas.microsoft.com/office/drawing/2014/main" id="{ED79902F-3D67-40E6-E766-5C483730E57D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02" name="矩形 501">
                  <a:extLst>
                    <a:ext uri="{FF2B5EF4-FFF2-40B4-BE49-F238E27FC236}">
                      <a16:creationId xmlns:a16="http://schemas.microsoft.com/office/drawing/2014/main" id="{C897168C-0742-CB99-74E4-5B869751E0EE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92" name="组合 491">
                <a:extLst>
                  <a:ext uri="{FF2B5EF4-FFF2-40B4-BE49-F238E27FC236}">
                    <a16:creationId xmlns:a16="http://schemas.microsoft.com/office/drawing/2014/main" id="{814E2F24-94BE-C17C-F614-B7D89C89C34F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97" name="矩形 496">
                  <a:extLst>
                    <a:ext uri="{FF2B5EF4-FFF2-40B4-BE49-F238E27FC236}">
                      <a16:creationId xmlns:a16="http://schemas.microsoft.com/office/drawing/2014/main" id="{127E3E69-FBE9-0669-8BA5-866CD83C501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98" name="矩形 497">
                  <a:extLst>
                    <a:ext uri="{FF2B5EF4-FFF2-40B4-BE49-F238E27FC236}">
                      <a16:creationId xmlns:a16="http://schemas.microsoft.com/office/drawing/2014/main" id="{3FF2A64D-0E94-79E1-F0A1-FF5424B3378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99" name="矩形 498">
                  <a:extLst>
                    <a:ext uri="{FF2B5EF4-FFF2-40B4-BE49-F238E27FC236}">
                      <a16:creationId xmlns:a16="http://schemas.microsoft.com/office/drawing/2014/main" id="{BF65E074-0F4C-EC32-6247-F5E4AD6EC27E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93" name="组合 492">
                <a:extLst>
                  <a:ext uri="{FF2B5EF4-FFF2-40B4-BE49-F238E27FC236}">
                    <a16:creationId xmlns:a16="http://schemas.microsoft.com/office/drawing/2014/main" id="{F6F3B999-DA0A-BD18-969B-19DDF6F83A38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94" name="矩形 493">
                  <a:extLst>
                    <a:ext uri="{FF2B5EF4-FFF2-40B4-BE49-F238E27FC236}">
                      <a16:creationId xmlns:a16="http://schemas.microsoft.com/office/drawing/2014/main" id="{35DF0392-1A9B-B6D0-0A77-BA8E517FEE25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95" name="矩形 494">
                  <a:extLst>
                    <a:ext uri="{FF2B5EF4-FFF2-40B4-BE49-F238E27FC236}">
                      <a16:creationId xmlns:a16="http://schemas.microsoft.com/office/drawing/2014/main" id="{73E295FB-3A48-7A11-10F0-1A11B9A79BC1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96" name="矩形 495">
                  <a:extLst>
                    <a:ext uri="{FF2B5EF4-FFF2-40B4-BE49-F238E27FC236}">
                      <a16:creationId xmlns:a16="http://schemas.microsoft.com/office/drawing/2014/main" id="{45E27367-4CF2-AE1C-0CCB-5250510D4AF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4D50C1B5-6744-9740-767B-4CC6F5104EDC}"/>
              </a:ext>
            </a:extLst>
          </p:cNvPr>
          <p:cNvGrpSpPr/>
          <p:nvPr/>
        </p:nvGrpSpPr>
        <p:grpSpPr>
          <a:xfrm>
            <a:off x="8508252" y="17430193"/>
            <a:ext cx="961356" cy="481098"/>
            <a:chOff x="2826931" y="15262837"/>
            <a:chExt cx="961356" cy="481098"/>
          </a:xfrm>
          <a:solidFill>
            <a:srgbClr val="CF89D9"/>
          </a:solidFill>
        </p:grpSpPr>
        <p:grpSp>
          <p:nvGrpSpPr>
            <p:cNvPr id="516" name="组合 515">
              <a:extLst>
                <a:ext uri="{FF2B5EF4-FFF2-40B4-BE49-F238E27FC236}">
                  <a16:creationId xmlns:a16="http://schemas.microsoft.com/office/drawing/2014/main" id="{00847CD2-895A-9151-62A3-6D4983971DB2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30" name="组合 529">
                <a:extLst>
                  <a:ext uri="{FF2B5EF4-FFF2-40B4-BE49-F238E27FC236}">
                    <a16:creationId xmlns:a16="http://schemas.microsoft.com/office/drawing/2014/main" id="{5BC1B0A5-4A92-3865-635E-8FE4C2AACE3A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39" name="矩形 538">
                  <a:extLst>
                    <a:ext uri="{FF2B5EF4-FFF2-40B4-BE49-F238E27FC236}">
                      <a16:creationId xmlns:a16="http://schemas.microsoft.com/office/drawing/2014/main" id="{4FDF41FE-1BA2-6665-D50F-E9CD5301BF27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40" name="矩形 539">
                  <a:extLst>
                    <a:ext uri="{FF2B5EF4-FFF2-40B4-BE49-F238E27FC236}">
                      <a16:creationId xmlns:a16="http://schemas.microsoft.com/office/drawing/2014/main" id="{054C4B13-5FDE-4D89-64B0-53600D4AD3A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41" name="矩形 540">
                  <a:extLst>
                    <a:ext uri="{FF2B5EF4-FFF2-40B4-BE49-F238E27FC236}">
                      <a16:creationId xmlns:a16="http://schemas.microsoft.com/office/drawing/2014/main" id="{6FEFF0B5-FFAC-7C7B-3ABB-FB62D8959850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31" name="组合 530">
                <a:extLst>
                  <a:ext uri="{FF2B5EF4-FFF2-40B4-BE49-F238E27FC236}">
                    <a16:creationId xmlns:a16="http://schemas.microsoft.com/office/drawing/2014/main" id="{3E1A09A2-E33E-9B03-2CB7-9422222E21F5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36" name="矩形 535">
                  <a:extLst>
                    <a:ext uri="{FF2B5EF4-FFF2-40B4-BE49-F238E27FC236}">
                      <a16:creationId xmlns:a16="http://schemas.microsoft.com/office/drawing/2014/main" id="{4CAC3C91-705F-00DD-ED2E-8641867BCF8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37" name="矩形 536">
                  <a:extLst>
                    <a:ext uri="{FF2B5EF4-FFF2-40B4-BE49-F238E27FC236}">
                      <a16:creationId xmlns:a16="http://schemas.microsoft.com/office/drawing/2014/main" id="{B4B9E424-CE9F-81C3-CBB9-B65AB2671C11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38" name="矩形 537">
                  <a:extLst>
                    <a:ext uri="{FF2B5EF4-FFF2-40B4-BE49-F238E27FC236}">
                      <a16:creationId xmlns:a16="http://schemas.microsoft.com/office/drawing/2014/main" id="{A7FA308F-6DD1-402A-E247-BC8F5D4F05C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32" name="组合 531">
                <a:extLst>
                  <a:ext uri="{FF2B5EF4-FFF2-40B4-BE49-F238E27FC236}">
                    <a16:creationId xmlns:a16="http://schemas.microsoft.com/office/drawing/2014/main" id="{9DC8CAFF-D83A-996D-421E-0BFE9A8AA755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33" name="矩形 532">
                  <a:extLst>
                    <a:ext uri="{FF2B5EF4-FFF2-40B4-BE49-F238E27FC236}">
                      <a16:creationId xmlns:a16="http://schemas.microsoft.com/office/drawing/2014/main" id="{8C8903F7-E8DA-3F0F-9FF0-4C229AC7B31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34" name="矩形 533">
                  <a:extLst>
                    <a:ext uri="{FF2B5EF4-FFF2-40B4-BE49-F238E27FC236}">
                      <a16:creationId xmlns:a16="http://schemas.microsoft.com/office/drawing/2014/main" id="{35601D37-B74E-0797-B55C-290A41E17EE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35" name="矩形 534">
                  <a:extLst>
                    <a:ext uri="{FF2B5EF4-FFF2-40B4-BE49-F238E27FC236}">
                      <a16:creationId xmlns:a16="http://schemas.microsoft.com/office/drawing/2014/main" id="{0E149F17-336E-4AB1-BF84-3A8E22273F6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517" name="组合 516">
              <a:extLst>
                <a:ext uri="{FF2B5EF4-FFF2-40B4-BE49-F238E27FC236}">
                  <a16:creationId xmlns:a16="http://schemas.microsoft.com/office/drawing/2014/main" id="{A99BA3A7-50A6-9EF7-ABE2-E585ED8B9163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18" name="组合 517">
                <a:extLst>
                  <a:ext uri="{FF2B5EF4-FFF2-40B4-BE49-F238E27FC236}">
                    <a16:creationId xmlns:a16="http://schemas.microsoft.com/office/drawing/2014/main" id="{559E291E-DC9C-CE7A-1BD6-BCA71211EB01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27" name="矩形 526">
                  <a:extLst>
                    <a:ext uri="{FF2B5EF4-FFF2-40B4-BE49-F238E27FC236}">
                      <a16:creationId xmlns:a16="http://schemas.microsoft.com/office/drawing/2014/main" id="{610B617F-88DD-2423-EA92-ADBEDC6A2C0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8" name="矩形 527">
                  <a:extLst>
                    <a:ext uri="{FF2B5EF4-FFF2-40B4-BE49-F238E27FC236}">
                      <a16:creationId xmlns:a16="http://schemas.microsoft.com/office/drawing/2014/main" id="{08D60204-6247-AF4D-1090-96CE10100D9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29" name="矩形 528">
                  <a:extLst>
                    <a:ext uri="{FF2B5EF4-FFF2-40B4-BE49-F238E27FC236}">
                      <a16:creationId xmlns:a16="http://schemas.microsoft.com/office/drawing/2014/main" id="{01A7714F-BCA1-28A5-F5B9-95580DDEF9AA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19" name="组合 518">
                <a:extLst>
                  <a:ext uri="{FF2B5EF4-FFF2-40B4-BE49-F238E27FC236}">
                    <a16:creationId xmlns:a16="http://schemas.microsoft.com/office/drawing/2014/main" id="{2D77723B-E86F-3C3B-667C-11002D736E7D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24" name="矩形 523">
                  <a:extLst>
                    <a:ext uri="{FF2B5EF4-FFF2-40B4-BE49-F238E27FC236}">
                      <a16:creationId xmlns:a16="http://schemas.microsoft.com/office/drawing/2014/main" id="{25D521CA-6CF6-172A-A1F5-358A8F8F068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5" name="矩形 524">
                  <a:extLst>
                    <a:ext uri="{FF2B5EF4-FFF2-40B4-BE49-F238E27FC236}">
                      <a16:creationId xmlns:a16="http://schemas.microsoft.com/office/drawing/2014/main" id="{66379CE6-36C3-0B44-48F3-3DD1066CE94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26" name="矩形 525">
                  <a:extLst>
                    <a:ext uri="{FF2B5EF4-FFF2-40B4-BE49-F238E27FC236}">
                      <a16:creationId xmlns:a16="http://schemas.microsoft.com/office/drawing/2014/main" id="{A878D30A-4190-1A57-1CFA-52179D7F6A9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20" name="组合 519">
                <a:extLst>
                  <a:ext uri="{FF2B5EF4-FFF2-40B4-BE49-F238E27FC236}">
                    <a16:creationId xmlns:a16="http://schemas.microsoft.com/office/drawing/2014/main" id="{A70068B2-D8D7-6CB1-0866-B74FE9D7A415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21" name="矩形 520">
                  <a:extLst>
                    <a:ext uri="{FF2B5EF4-FFF2-40B4-BE49-F238E27FC236}">
                      <a16:creationId xmlns:a16="http://schemas.microsoft.com/office/drawing/2014/main" id="{1C01B549-3E79-E034-1359-DE4A5B84012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2" name="矩形 521">
                  <a:extLst>
                    <a:ext uri="{FF2B5EF4-FFF2-40B4-BE49-F238E27FC236}">
                      <a16:creationId xmlns:a16="http://schemas.microsoft.com/office/drawing/2014/main" id="{E6CF300E-7CE8-464C-974A-9970DEF66F6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23" name="矩形 522">
                  <a:extLst>
                    <a:ext uri="{FF2B5EF4-FFF2-40B4-BE49-F238E27FC236}">
                      <a16:creationId xmlns:a16="http://schemas.microsoft.com/office/drawing/2014/main" id="{270B42FE-2BE1-70FC-97CA-CF7C2045382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5DF123F5-65FA-50E7-188E-B0C66C7410F7}"/>
                  </a:ext>
                </a:extLst>
              </p:cNvPr>
              <p:cNvSpPr txBox="1"/>
              <p:nvPr/>
            </p:nvSpPr>
            <p:spPr>
              <a:xfrm>
                <a:off x="3340029" y="17935489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5DF123F5-65FA-50E7-188E-B0C66C741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029" y="17935489"/>
                <a:ext cx="994477" cy="382028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53B15B19-B3E5-145B-605D-B8530C658F69}"/>
                  </a:ext>
                </a:extLst>
              </p:cNvPr>
              <p:cNvSpPr txBox="1"/>
              <p:nvPr/>
            </p:nvSpPr>
            <p:spPr>
              <a:xfrm>
                <a:off x="5734076" y="17935489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53B15B19-B3E5-145B-605D-B8530C658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076" y="17935489"/>
                <a:ext cx="994476" cy="38202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1199FB94-BE0F-5D89-FBA1-5BD5802F13F6}"/>
                  </a:ext>
                </a:extLst>
              </p:cNvPr>
              <p:cNvSpPr txBox="1"/>
              <p:nvPr/>
            </p:nvSpPr>
            <p:spPr>
              <a:xfrm>
                <a:off x="8491692" y="17926470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1199FB94-BE0F-5D89-FBA1-5BD5802F1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692" y="17926470"/>
                <a:ext cx="994476" cy="38202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5" name="圆角矩形 544">
            <a:extLst>
              <a:ext uri="{FF2B5EF4-FFF2-40B4-BE49-F238E27FC236}">
                <a16:creationId xmlns:a16="http://schemas.microsoft.com/office/drawing/2014/main" id="{09F0A835-A741-07CE-CED6-AD8E0B0E37E7}"/>
              </a:ext>
            </a:extLst>
          </p:cNvPr>
          <p:cNvSpPr/>
          <p:nvPr/>
        </p:nvSpPr>
        <p:spPr>
          <a:xfrm>
            <a:off x="3326541" y="16886550"/>
            <a:ext cx="6146138" cy="382028"/>
          </a:xfrm>
          <a:prstGeom prst="roundRect">
            <a:avLst>
              <a:gd name="adj" fmla="val 7982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Cross-attention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49" name="图形 548">
            <a:extLst>
              <a:ext uri="{FF2B5EF4-FFF2-40B4-BE49-F238E27FC236}">
                <a16:creationId xmlns:a16="http://schemas.microsoft.com/office/drawing/2014/main" id="{D18FFCA3-9EA6-25CF-3B00-256E78F01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852" t="19715" r="79062" b="18258"/>
          <a:stretch>
            <a:fillRect/>
          </a:stretch>
        </p:blipFill>
        <p:spPr>
          <a:xfrm>
            <a:off x="14956988" y="11776477"/>
            <a:ext cx="3821177" cy="3356522"/>
          </a:xfrm>
          <a:prstGeom prst="rect">
            <a:avLst/>
          </a:prstGeom>
        </p:spPr>
      </p:pic>
      <p:cxnSp>
        <p:nvCxnSpPr>
          <p:cNvPr id="550" name="直线箭头连接符 549">
            <a:extLst>
              <a:ext uri="{FF2B5EF4-FFF2-40B4-BE49-F238E27FC236}">
                <a16:creationId xmlns:a16="http://schemas.microsoft.com/office/drawing/2014/main" id="{FFE7052C-3C4B-03D2-26F9-1218E336A5A8}"/>
              </a:ext>
            </a:extLst>
          </p:cNvPr>
          <p:cNvCxnSpPr>
            <a:cxnSpLocks/>
          </p:cNvCxnSpPr>
          <p:nvPr/>
        </p:nvCxnSpPr>
        <p:spPr>
          <a:xfrm>
            <a:off x="3789372" y="18303538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1" name="直线箭头连接符 550">
            <a:extLst>
              <a:ext uri="{FF2B5EF4-FFF2-40B4-BE49-F238E27FC236}">
                <a16:creationId xmlns:a16="http://schemas.microsoft.com/office/drawing/2014/main" id="{359778B2-029C-43BE-CAC6-2B93E3B80E22}"/>
              </a:ext>
            </a:extLst>
          </p:cNvPr>
          <p:cNvCxnSpPr>
            <a:cxnSpLocks/>
          </p:cNvCxnSpPr>
          <p:nvPr/>
        </p:nvCxnSpPr>
        <p:spPr>
          <a:xfrm>
            <a:off x="6200504" y="18303538"/>
            <a:ext cx="17322" cy="11684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2" name="直线箭头连接符 551">
            <a:extLst>
              <a:ext uri="{FF2B5EF4-FFF2-40B4-BE49-F238E27FC236}">
                <a16:creationId xmlns:a16="http://schemas.microsoft.com/office/drawing/2014/main" id="{9D290736-EA82-1170-CEA2-198942BB8555}"/>
              </a:ext>
            </a:extLst>
          </p:cNvPr>
          <p:cNvCxnSpPr>
            <a:cxnSpLocks/>
          </p:cNvCxnSpPr>
          <p:nvPr/>
        </p:nvCxnSpPr>
        <p:spPr>
          <a:xfrm>
            <a:off x="8958120" y="18303538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3" name="直线箭头连接符 552">
            <a:extLst>
              <a:ext uri="{FF2B5EF4-FFF2-40B4-BE49-F238E27FC236}">
                <a16:creationId xmlns:a16="http://schemas.microsoft.com/office/drawing/2014/main" id="{4B5A27DC-705F-2329-44D3-E2F1B9245B31}"/>
              </a:ext>
            </a:extLst>
          </p:cNvPr>
          <p:cNvCxnSpPr>
            <a:cxnSpLocks/>
          </p:cNvCxnSpPr>
          <p:nvPr/>
        </p:nvCxnSpPr>
        <p:spPr>
          <a:xfrm>
            <a:off x="3806694" y="18725322"/>
            <a:ext cx="516874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8" name="文本框 557">
            <a:extLst>
              <a:ext uri="{FF2B5EF4-FFF2-40B4-BE49-F238E27FC236}">
                <a16:creationId xmlns:a16="http://schemas.microsoft.com/office/drawing/2014/main" id="{5CAAC080-B32B-5122-CFE0-EC72CBE9F2A3}"/>
              </a:ext>
            </a:extLst>
          </p:cNvPr>
          <p:cNvSpPr txBox="1"/>
          <p:nvPr/>
        </p:nvSpPr>
        <p:spPr>
          <a:xfrm>
            <a:off x="6188033" y="18926636"/>
            <a:ext cx="123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51AC53E4-2F47-7DEB-EF4F-F26325023F41}"/>
              </a:ext>
            </a:extLst>
          </p:cNvPr>
          <p:cNvGrpSpPr/>
          <p:nvPr/>
        </p:nvGrpSpPr>
        <p:grpSpPr>
          <a:xfrm>
            <a:off x="5741787" y="20606998"/>
            <a:ext cx="961356" cy="481098"/>
            <a:chOff x="2826931" y="15262837"/>
            <a:chExt cx="961356" cy="481098"/>
          </a:xfrm>
          <a:solidFill>
            <a:srgbClr val="47F9C6"/>
          </a:solidFill>
        </p:grpSpPr>
        <p:grpSp>
          <p:nvGrpSpPr>
            <p:cNvPr id="560" name="组合 559">
              <a:extLst>
                <a:ext uri="{FF2B5EF4-FFF2-40B4-BE49-F238E27FC236}">
                  <a16:creationId xmlns:a16="http://schemas.microsoft.com/office/drawing/2014/main" id="{B88104FC-E29D-A46D-4058-0982BC4577E5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74" name="组合 573">
                <a:extLst>
                  <a:ext uri="{FF2B5EF4-FFF2-40B4-BE49-F238E27FC236}">
                    <a16:creationId xmlns:a16="http://schemas.microsoft.com/office/drawing/2014/main" id="{48022816-8629-EC31-3A8C-0E220D403171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83" name="矩形 582">
                  <a:extLst>
                    <a:ext uri="{FF2B5EF4-FFF2-40B4-BE49-F238E27FC236}">
                      <a16:creationId xmlns:a16="http://schemas.microsoft.com/office/drawing/2014/main" id="{1B6BB45C-5F59-4D64-2301-F818F219F34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84" name="矩形 583">
                  <a:extLst>
                    <a:ext uri="{FF2B5EF4-FFF2-40B4-BE49-F238E27FC236}">
                      <a16:creationId xmlns:a16="http://schemas.microsoft.com/office/drawing/2014/main" id="{D369ADB7-4F5C-058B-0BA4-F6D5AD2BFD5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85" name="矩形 584">
                  <a:extLst>
                    <a:ext uri="{FF2B5EF4-FFF2-40B4-BE49-F238E27FC236}">
                      <a16:creationId xmlns:a16="http://schemas.microsoft.com/office/drawing/2014/main" id="{20CA722C-A410-AFBC-2330-672E22A18BD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75" name="组合 574">
                <a:extLst>
                  <a:ext uri="{FF2B5EF4-FFF2-40B4-BE49-F238E27FC236}">
                    <a16:creationId xmlns:a16="http://schemas.microsoft.com/office/drawing/2014/main" id="{9642D951-F744-0278-6136-7999C427C267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80" name="矩形 579">
                  <a:extLst>
                    <a:ext uri="{FF2B5EF4-FFF2-40B4-BE49-F238E27FC236}">
                      <a16:creationId xmlns:a16="http://schemas.microsoft.com/office/drawing/2014/main" id="{723566FB-183E-9C02-1944-4180A60D287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81" name="矩形 580">
                  <a:extLst>
                    <a:ext uri="{FF2B5EF4-FFF2-40B4-BE49-F238E27FC236}">
                      <a16:creationId xmlns:a16="http://schemas.microsoft.com/office/drawing/2014/main" id="{BD8F04EF-6B9F-224D-79CE-FD0B0F2256B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82" name="矩形 581">
                  <a:extLst>
                    <a:ext uri="{FF2B5EF4-FFF2-40B4-BE49-F238E27FC236}">
                      <a16:creationId xmlns:a16="http://schemas.microsoft.com/office/drawing/2014/main" id="{7107BDC1-0F19-F10A-95DD-0954071674C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76" name="组合 575">
                <a:extLst>
                  <a:ext uri="{FF2B5EF4-FFF2-40B4-BE49-F238E27FC236}">
                    <a16:creationId xmlns:a16="http://schemas.microsoft.com/office/drawing/2014/main" id="{A66E9C4E-310B-2454-14F1-983A1946DC8E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77" name="矩形 576">
                  <a:extLst>
                    <a:ext uri="{FF2B5EF4-FFF2-40B4-BE49-F238E27FC236}">
                      <a16:creationId xmlns:a16="http://schemas.microsoft.com/office/drawing/2014/main" id="{A25718B0-D74C-6F04-B19A-44EE52A04A0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78" name="矩形 577">
                  <a:extLst>
                    <a:ext uri="{FF2B5EF4-FFF2-40B4-BE49-F238E27FC236}">
                      <a16:creationId xmlns:a16="http://schemas.microsoft.com/office/drawing/2014/main" id="{B9574725-6302-423D-B22A-AB6945AB4BD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79" name="矩形 578">
                  <a:extLst>
                    <a:ext uri="{FF2B5EF4-FFF2-40B4-BE49-F238E27FC236}">
                      <a16:creationId xmlns:a16="http://schemas.microsoft.com/office/drawing/2014/main" id="{EFECE290-639D-4F40-0603-8085EC8E0EC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561" name="组合 560">
              <a:extLst>
                <a:ext uri="{FF2B5EF4-FFF2-40B4-BE49-F238E27FC236}">
                  <a16:creationId xmlns:a16="http://schemas.microsoft.com/office/drawing/2014/main" id="{5EAB36AF-0467-D0A1-0840-0E6116A74CA3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62" name="组合 561">
                <a:extLst>
                  <a:ext uri="{FF2B5EF4-FFF2-40B4-BE49-F238E27FC236}">
                    <a16:creationId xmlns:a16="http://schemas.microsoft.com/office/drawing/2014/main" id="{0425B19A-DF47-7C2C-AE76-E026C7D22354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71" name="矩形 570">
                  <a:extLst>
                    <a:ext uri="{FF2B5EF4-FFF2-40B4-BE49-F238E27FC236}">
                      <a16:creationId xmlns:a16="http://schemas.microsoft.com/office/drawing/2014/main" id="{B7D08966-077F-067A-8E7C-9D7293D2A477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72" name="矩形 571">
                  <a:extLst>
                    <a:ext uri="{FF2B5EF4-FFF2-40B4-BE49-F238E27FC236}">
                      <a16:creationId xmlns:a16="http://schemas.microsoft.com/office/drawing/2014/main" id="{76536D79-DD8F-A7C6-0AE6-BB5B3B60662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73" name="矩形 572">
                  <a:extLst>
                    <a:ext uri="{FF2B5EF4-FFF2-40B4-BE49-F238E27FC236}">
                      <a16:creationId xmlns:a16="http://schemas.microsoft.com/office/drawing/2014/main" id="{DFD58E63-99AD-5369-63C2-8FF095665E7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63" name="组合 562">
                <a:extLst>
                  <a:ext uri="{FF2B5EF4-FFF2-40B4-BE49-F238E27FC236}">
                    <a16:creationId xmlns:a16="http://schemas.microsoft.com/office/drawing/2014/main" id="{A1A892EE-33AF-8FBC-7D4C-A4B3FB7978B8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68" name="矩形 567">
                  <a:extLst>
                    <a:ext uri="{FF2B5EF4-FFF2-40B4-BE49-F238E27FC236}">
                      <a16:creationId xmlns:a16="http://schemas.microsoft.com/office/drawing/2014/main" id="{567E1BB3-1BD9-51D3-B51C-A08F6FACE58C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69" name="矩形 568">
                  <a:extLst>
                    <a:ext uri="{FF2B5EF4-FFF2-40B4-BE49-F238E27FC236}">
                      <a16:creationId xmlns:a16="http://schemas.microsoft.com/office/drawing/2014/main" id="{7BE51D76-C012-5C22-2B7D-DE76F2E02F8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70" name="矩形 569">
                  <a:extLst>
                    <a:ext uri="{FF2B5EF4-FFF2-40B4-BE49-F238E27FC236}">
                      <a16:creationId xmlns:a16="http://schemas.microsoft.com/office/drawing/2014/main" id="{F72D594B-80D9-3070-DB9C-9083EE11074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64" name="组合 563">
                <a:extLst>
                  <a:ext uri="{FF2B5EF4-FFF2-40B4-BE49-F238E27FC236}">
                    <a16:creationId xmlns:a16="http://schemas.microsoft.com/office/drawing/2014/main" id="{FDD3DB63-86F5-4C0F-C2AE-FF3C3122431B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65" name="矩形 564">
                  <a:extLst>
                    <a:ext uri="{FF2B5EF4-FFF2-40B4-BE49-F238E27FC236}">
                      <a16:creationId xmlns:a16="http://schemas.microsoft.com/office/drawing/2014/main" id="{12F60747-E889-55BA-9BE9-CD98FB11119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66" name="矩形 565">
                  <a:extLst>
                    <a:ext uri="{FF2B5EF4-FFF2-40B4-BE49-F238E27FC236}">
                      <a16:creationId xmlns:a16="http://schemas.microsoft.com/office/drawing/2014/main" id="{77450EF0-6FC7-A3F3-70D4-F649BCD69BC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67" name="矩形 566">
                  <a:extLst>
                    <a:ext uri="{FF2B5EF4-FFF2-40B4-BE49-F238E27FC236}">
                      <a16:creationId xmlns:a16="http://schemas.microsoft.com/office/drawing/2014/main" id="{1CE684F0-3727-0AAC-830C-5A52F7F9DAA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586" name="组合 585">
            <a:extLst>
              <a:ext uri="{FF2B5EF4-FFF2-40B4-BE49-F238E27FC236}">
                <a16:creationId xmlns:a16="http://schemas.microsoft.com/office/drawing/2014/main" id="{35B98080-A0DA-6489-1D98-BA978E89B7A2}"/>
              </a:ext>
            </a:extLst>
          </p:cNvPr>
          <p:cNvGrpSpPr/>
          <p:nvPr/>
        </p:nvGrpSpPr>
        <p:grpSpPr>
          <a:xfrm>
            <a:off x="5741787" y="21086775"/>
            <a:ext cx="961356" cy="481098"/>
            <a:chOff x="2826931" y="15262837"/>
            <a:chExt cx="961356" cy="481098"/>
          </a:xfrm>
          <a:solidFill>
            <a:srgbClr val="41BFFF"/>
          </a:solidFill>
        </p:grpSpPr>
        <p:grpSp>
          <p:nvGrpSpPr>
            <p:cNvPr id="587" name="组合 586">
              <a:extLst>
                <a:ext uri="{FF2B5EF4-FFF2-40B4-BE49-F238E27FC236}">
                  <a16:creationId xmlns:a16="http://schemas.microsoft.com/office/drawing/2014/main" id="{CCED1791-5174-EA95-07A0-3DB56AA0DB5C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601" name="组合 600">
                <a:extLst>
                  <a:ext uri="{FF2B5EF4-FFF2-40B4-BE49-F238E27FC236}">
                    <a16:creationId xmlns:a16="http://schemas.microsoft.com/office/drawing/2014/main" id="{281C970B-FC35-288D-64B3-911D6CBDCDB7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10" name="矩形 609">
                  <a:extLst>
                    <a:ext uri="{FF2B5EF4-FFF2-40B4-BE49-F238E27FC236}">
                      <a16:creationId xmlns:a16="http://schemas.microsoft.com/office/drawing/2014/main" id="{84665341-EA83-098C-4C87-0232FD55BC8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11" name="矩形 610">
                  <a:extLst>
                    <a:ext uri="{FF2B5EF4-FFF2-40B4-BE49-F238E27FC236}">
                      <a16:creationId xmlns:a16="http://schemas.microsoft.com/office/drawing/2014/main" id="{94EE47EA-526B-AEBC-931D-AEC40D2E584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12" name="矩形 611">
                  <a:extLst>
                    <a:ext uri="{FF2B5EF4-FFF2-40B4-BE49-F238E27FC236}">
                      <a16:creationId xmlns:a16="http://schemas.microsoft.com/office/drawing/2014/main" id="{B6726CDA-E11E-81FA-0BFB-01836AFF8D0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02" name="组合 601">
                <a:extLst>
                  <a:ext uri="{FF2B5EF4-FFF2-40B4-BE49-F238E27FC236}">
                    <a16:creationId xmlns:a16="http://schemas.microsoft.com/office/drawing/2014/main" id="{AE6ACB37-99BE-E76F-93BC-C7BA60A84BDA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07" name="矩形 606">
                  <a:extLst>
                    <a:ext uri="{FF2B5EF4-FFF2-40B4-BE49-F238E27FC236}">
                      <a16:creationId xmlns:a16="http://schemas.microsoft.com/office/drawing/2014/main" id="{CA83BBA9-5686-5A08-CACB-2BEE784DBD3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08" name="矩形 607">
                  <a:extLst>
                    <a:ext uri="{FF2B5EF4-FFF2-40B4-BE49-F238E27FC236}">
                      <a16:creationId xmlns:a16="http://schemas.microsoft.com/office/drawing/2014/main" id="{452E2892-047B-8773-E8D8-3C468F13192D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09" name="矩形 608">
                  <a:extLst>
                    <a:ext uri="{FF2B5EF4-FFF2-40B4-BE49-F238E27FC236}">
                      <a16:creationId xmlns:a16="http://schemas.microsoft.com/office/drawing/2014/main" id="{A2E7A05E-65A1-0488-AC98-5D8275700C4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03" name="组合 602">
                <a:extLst>
                  <a:ext uri="{FF2B5EF4-FFF2-40B4-BE49-F238E27FC236}">
                    <a16:creationId xmlns:a16="http://schemas.microsoft.com/office/drawing/2014/main" id="{994FD217-4827-343E-D94C-609C3280B813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04" name="矩形 603">
                  <a:extLst>
                    <a:ext uri="{FF2B5EF4-FFF2-40B4-BE49-F238E27FC236}">
                      <a16:creationId xmlns:a16="http://schemas.microsoft.com/office/drawing/2014/main" id="{3E48DD08-0A23-3832-AA52-5A8C9BF99A5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05" name="矩形 604">
                  <a:extLst>
                    <a:ext uri="{FF2B5EF4-FFF2-40B4-BE49-F238E27FC236}">
                      <a16:creationId xmlns:a16="http://schemas.microsoft.com/office/drawing/2014/main" id="{212DF48E-A6B6-A282-4165-D565A6B5231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06" name="矩形 605">
                  <a:extLst>
                    <a:ext uri="{FF2B5EF4-FFF2-40B4-BE49-F238E27FC236}">
                      <a16:creationId xmlns:a16="http://schemas.microsoft.com/office/drawing/2014/main" id="{DA83C640-C93C-A7AB-B2F9-425B1EACC585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588" name="组合 587">
              <a:extLst>
                <a:ext uri="{FF2B5EF4-FFF2-40B4-BE49-F238E27FC236}">
                  <a16:creationId xmlns:a16="http://schemas.microsoft.com/office/drawing/2014/main" id="{0F6BB6CA-2C8F-4903-5190-58FB4B3F599C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89" name="组合 588">
                <a:extLst>
                  <a:ext uri="{FF2B5EF4-FFF2-40B4-BE49-F238E27FC236}">
                    <a16:creationId xmlns:a16="http://schemas.microsoft.com/office/drawing/2014/main" id="{64425994-EF9D-5224-EDB1-0999713212F1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98" name="矩形 597">
                  <a:extLst>
                    <a:ext uri="{FF2B5EF4-FFF2-40B4-BE49-F238E27FC236}">
                      <a16:creationId xmlns:a16="http://schemas.microsoft.com/office/drawing/2014/main" id="{E02DE51A-5628-DEA5-62A2-B59C4483C94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99" name="矩形 598">
                  <a:extLst>
                    <a:ext uri="{FF2B5EF4-FFF2-40B4-BE49-F238E27FC236}">
                      <a16:creationId xmlns:a16="http://schemas.microsoft.com/office/drawing/2014/main" id="{B897FB62-12D8-E207-6479-834FEB866F3D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00" name="矩形 599">
                  <a:extLst>
                    <a:ext uri="{FF2B5EF4-FFF2-40B4-BE49-F238E27FC236}">
                      <a16:creationId xmlns:a16="http://schemas.microsoft.com/office/drawing/2014/main" id="{6E09D80F-559F-B60B-1E56-9ECCFE63165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90" name="组合 589">
                <a:extLst>
                  <a:ext uri="{FF2B5EF4-FFF2-40B4-BE49-F238E27FC236}">
                    <a16:creationId xmlns:a16="http://schemas.microsoft.com/office/drawing/2014/main" id="{9E96BA33-C9D2-6A3E-48E4-767C003F5358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95" name="矩形 594">
                  <a:extLst>
                    <a:ext uri="{FF2B5EF4-FFF2-40B4-BE49-F238E27FC236}">
                      <a16:creationId xmlns:a16="http://schemas.microsoft.com/office/drawing/2014/main" id="{B5A368AE-DC5D-FAC9-113C-69404C6F393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96" name="矩形 595">
                  <a:extLst>
                    <a:ext uri="{FF2B5EF4-FFF2-40B4-BE49-F238E27FC236}">
                      <a16:creationId xmlns:a16="http://schemas.microsoft.com/office/drawing/2014/main" id="{20C50090-0F16-1C2C-3458-169226A5CD6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97" name="矩形 596">
                  <a:extLst>
                    <a:ext uri="{FF2B5EF4-FFF2-40B4-BE49-F238E27FC236}">
                      <a16:creationId xmlns:a16="http://schemas.microsoft.com/office/drawing/2014/main" id="{DE50AC20-A10C-231D-4E19-B3FC3F7DE62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91" name="组合 590">
                <a:extLst>
                  <a:ext uri="{FF2B5EF4-FFF2-40B4-BE49-F238E27FC236}">
                    <a16:creationId xmlns:a16="http://schemas.microsoft.com/office/drawing/2014/main" id="{01B66898-02E4-99E8-6BC3-40C50C51F0D3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92" name="矩形 591">
                  <a:extLst>
                    <a:ext uri="{FF2B5EF4-FFF2-40B4-BE49-F238E27FC236}">
                      <a16:creationId xmlns:a16="http://schemas.microsoft.com/office/drawing/2014/main" id="{058A164E-68D1-385A-08DE-98665A7F7716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93" name="矩形 592">
                  <a:extLst>
                    <a:ext uri="{FF2B5EF4-FFF2-40B4-BE49-F238E27FC236}">
                      <a16:creationId xmlns:a16="http://schemas.microsoft.com/office/drawing/2014/main" id="{A3C8E1A2-57E8-F046-1B10-B8A47FDEC3B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94" name="矩形 593">
                  <a:extLst>
                    <a:ext uri="{FF2B5EF4-FFF2-40B4-BE49-F238E27FC236}">
                      <a16:creationId xmlns:a16="http://schemas.microsoft.com/office/drawing/2014/main" id="{89662F66-72F2-CCA3-8CFE-8D4205F5E572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613" name="组合 612">
            <a:extLst>
              <a:ext uri="{FF2B5EF4-FFF2-40B4-BE49-F238E27FC236}">
                <a16:creationId xmlns:a16="http://schemas.microsoft.com/office/drawing/2014/main" id="{8B253894-7C31-56CB-1441-A8CAC2316D02}"/>
              </a:ext>
            </a:extLst>
          </p:cNvPr>
          <p:cNvGrpSpPr/>
          <p:nvPr/>
        </p:nvGrpSpPr>
        <p:grpSpPr>
          <a:xfrm>
            <a:off x="5741787" y="21571873"/>
            <a:ext cx="961356" cy="481098"/>
            <a:chOff x="2826931" y="15262837"/>
            <a:chExt cx="961356" cy="481098"/>
          </a:xfrm>
          <a:solidFill>
            <a:srgbClr val="CF89D9"/>
          </a:solidFill>
        </p:grpSpPr>
        <p:grpSp>
          <p:nvGrpSpPr>
            <p:cNvPr id="614" name="组合 613">
              <a:extLst>
                <a:ext uri="{FF2B5EF4-FFF2-40B4-BE49-F238E27FC236}">
                  <a16:creationId xmlns:a16="http://schemas.microsoft.com/office/drawing/2014/main" id="{D9408504-459C-084A-1E15-42C6E6948DA2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628" name="组合 627">
                <a:extLst>
                  <a:ext uri="{FF2B5EF4-FFF2-40B4-BE49-F238E27FC236}">
                    <a16:creationId xmlns:a16="http://schemas.microsoft.com/office/drawing/2014/main" id="{13BFB3DB-6E61-A075-F246-04374B00A99D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37" name="矩形 636">
                  <a:extLst>
                    <a:ext uri="{FF2B5EF4-FFF2-40B4-BE49-F238E27FC236}">
                      <a16:creationId xmlns:a16="http://schemas.microsoft.com/office/drawing/2014/main" id="{6F005A61-ACF6-387C-7125-FB68AF03A04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8" name="矩形 637">
                  <a:extLst>
                    <a:ext uri="{FF2B5EF4-FFF2-40B4-BE49-F238E27FC236}">
                      <a16:creationId xmlns:a16="http://schemas.microsoft.com/office/drawing/2014/main" id="{97126696-4866-9C4D-73B0-C5DE681FC12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39" name="矩形 638">
                  <a:extLst>
                    <a:ext uri="{FF2B5EF4-FFF2-40B4-BE49-F238E27FC236}">
                      <a16:creationId xmlns:a16="http://schemas.microsoft.com/office/drawing/2014/main" id="{7B02BC53-0885-E05A-6E7E-BA9D5634FF4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29" name="组合 628">
                <a:extLst>
                  <a:ext uri="{FF2B5EF4-FFF2-40B4-BE49-F238E27FC236}">
                    <a16:creationId xmlns:a16="http://schemas.microsoft.com/office/drawing/2014/main" id="{506DA37F-4D4F-CE65-0808-4E52874F3F88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34" name="矩形 633">
                  <a:extLst>
                    <a:ext uri="{FF2B5EF4-FFF2-40B4-BE49-F238E27FC236}">
                      <a16:creationId xmlns:a16="http://schemas.microsoft.com/office/drawing/2014/main" id="{988BC1AA-DDB2-8524-F11C-F2192A3B6A5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5" name="矩形 634">
                  <a:extLst>
                    <a:ext uri="{FF2B5EF4-FFF2-40B4-BE49-F238E27FC236}">
                      <a16:creationId xmlns:a16="http://schemas.microsoft.com/office/drawing/2014/main" id="{2D99277A-1AB9-65B3-DD0A-A7C2A7C0DA01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36" name="矩形 635">
                  <a:extLst>
                    <a:ext uri="{FF2B5EF4-FFF2-40B4-BE49-F238E27FC236}">
                      <a16:creationId xmlns:a16="http://schemas.microsoft.com/office/drawing/2014/main" id="{21CA99D5-792A-06A8-C43C-D01CA04B9B1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30" name="组合 629">
                <a:extLst>
                  <a:ext uri="{FF2B5EF4-FFF2-40B4-BE49-F238E27FC236}">
                    <a16:creationId xmlns:a16="http://schemas.microsoft.com/office/drawing/2014/main" id="{665248D7-8294-939E-64D4-0A63DB3A58A2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31" name="矩形 630">
                  <a:extLst>
                    <a:ext uri="{FF2B5EF4-FFF2-40B4-BE49-F238E27FC236}">
                      <a16:creationId xmlns:a16="http://schemas.microsoft.com/office/drawing/2014/main" id="{42DF4442-88B6-1648-FA26-36DB958E5C7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2" name="矩形 631">
                  <a:extLst>
                    <a:ext uri="{FF2B5EF4-FFF2-40B4-BE49-F238E27FC236}">
                      <a16:creationId xmlns:a16="http://schemas.microsoft.com/office/drawing/2014/main" id="{F198A896-1F73-9266-6322-10AA2F2166D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33" name="矩形 632">
                  <a:extLst>
                    <a:ext uri="{FF2B5EF4-FFF2-40B4-BE49-F238E27FC236}">
                      <a16:creationId xmlns:a16="http://schemas.microsoft.com/office/drawing/2014/main" id="{27CCE44A-0B63-BB02-C5D0-FF1366C9A22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615" name="组合 614">
              <a:extLst>
                <a:ext uri="{FF2B5EF4-FFF2-40B4-BE49-F238E27FC236}">
                  <a16:creationId xmlns:a16="http://schemas.microsoft.com/office/drawing/2014/main" id="{A5E3F973-E527-BC35-E982-FB3F65ED2D03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616" name="组合 615">
                <a:extLst>
                  <a:ext uri="{FF2B5EF4-FFF2-40B4-BE49-F238E27FC236}">
                    <a16:creationId xmlns:a16="http://schemas.microsoft.com/office/drawing/2014/main" id="{190D923C-BD48-0690-D3CE-EF355F9E472C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25" name="矩形 624">
                  <a:extLst>
                    <a:ext uri="{FF2B5EF4-FFF2-40B4-BE49-F238E27FC236}">
                      <a16:creationId xmlns:a16="http://schemas.microsoft.com/office/drawing/2014/main" id="{9F87D483-C602-8806-12B2-6B0157F7ECB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26" name="矩形 625">
                  <a:extLst>
                    <a:ext uri="{FF2B5EF4-FFF2-40B4-BE49-F238E27FC236}">
                      <a16:creationId xmlns:a16="http://schemas.microsoft.com/office/drawing/2014/main" id="{7EE21393-734C-8027-5FD4-EB94FDA1815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27" name="矩形 626">
                  <a:extLst>
                    <a:ext uri="{FF2B5EF4-FFF2-40B4-BE49-F238E27FC236}">
                      <a16:creationId xmlns:a16="http://schemas.microsoft.com/office/drawing/2014/main" id="{541191A9-719E-0ED8-5448-0533F93FB90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17" name="组合 616">
                <a:extLst>
                  <a:ext uri="{FF2B5EF4-FFF2-40B4-BE49-F238E27FC236}">
                    <a16:creationId xmlns:a16="http://schemas.microsoft.com/office/drawing/2014/main" id="{A65304F0-FB56-2F11-E9F3-86E6EFFE5316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22" name="矩形 621">
                  <a:extLst>
                    <a:ext uri="{FF2B5EF4-FFF2-40B4-BE49-F238E27FC236}">
                      <a16:creationId xmlns:a16="http://schemas.microsoft.com/office/drawing/2014/main" id="{F11C9312-A14F-62F2-A8DE-62AA3BE8843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23" name="矩形 622">
                  <a:extLst>
                    <a:ext uri="{FF2B5EF4-FFF2-40B4-BE49-F238E27FC236}">
                      <a16:creationId xmlns:a16="http://schemas.microsoft.com/office/drawing/2014/main" id="{B207E55F-85CD-5347-79F5-3C6DB1EE6B0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24" name="矩形 623">
                  <a:extLst>
                    <a:ext uri="{FF2B5EF4-FFF2-40B4-BE49-F238E27FC236}">
                      <a16:creationId xmlns:a16="http://schemas.microsoft.com/office/drawing/2014/main" id="{F63A2762-909B-D654-AC9D-CA7278DE171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18" name="组合 617">
                <a:extLst>
                  <a:ext uri="{FF2B5EF4-FFF2-40B4-BE49-F238E27FC236}">
                    <a16:creationId xmlns:a16="http://schemas.microsoft.com/office/drawing/2014/main" id="{297057AD-AF1C-911B-C0A8-611826F2C2AB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19" name="矩形 618">
                  <a:extLst>
                    <a:ext uri="{FF2B5EF4-FFF2-40B4-BE49-F238E27FC236}">
                      <a16:creationId xmlns:a16="http://schemas.microsoft.com/office/drawing/2014/main" id="{CD62A4B9-8FE5-B92E-52DE-3B8F3EFC318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20" name="矩形 619">
                  <a:extLst>
                    <a:ext uri="{FF2B5EF4-FFF2-40B4-BE49-F238E27FC236}">
                      <a16:creationId xmlns:a16="http://schemas.microsoft.com/office/drawing/2014/main" id="{561F25F4-02DA-B237-9774-4F597378625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21" name="矩形 620">
                  <a:extLst>
                    <a:ext uri="{FF2B5EF4-FFF2-40B4-BE49-F238E27FC236}">
                      <a16:creationId xmlns:a16="http://schemas.microsoft.com/office/drawing/2014/main" id="{969E2AE2-479B-0B5C-F3ED-54D195F074E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B4A65999-20F3-0B65-1766-858FDC21411D}"/>
                  </a:ext>
                </a:extLst>
              </p:cNvPr>
              <p:cNvSpPr txBox="1"/>
              <p:nvPr/>
            </p:nvSpPr>
            <p:spPr>
              <a:xfrm>
                <a:off x="5643202" y="22191815"/>
                <a:ext cx="11492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n+m</m:t>
                      </m:r>
                      <m:r>
                        <m:rPr>
                          <m:nor/>
                        </m:rPr>
                        <a:rPr kumimoji="1" lang="en-US" altLang="zh-CN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B4A65999-20F3-0B65-1766-858FDC214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202" y="22191815"/>
                <a:ext cx="1149247" cy="369332"/>
              </a:xfrm>
              <a:prstGeom prst="rect">
                <a:avLst/>
              </a:prstGeom>
              <a:blipFill>
                <a:blip r:embed="rId32"/>
                <a:stretch>
                  <a:fillRect l="-8791" r="-1099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2" name="组合 641">
            <a:extLst>
              <a:ext uri="{FF2B5EF4-FFF2-40B4-BE49-F238E27FC236}">
                <a16:creationId xmlns:a16="http://schemas.microsoft.com/office/drawing/2014/main" id="{8655BDA2-8FFE-36FA-A997-D79E4B34F2C0}"/>
              </a:ext>
            </a:extLst>
          </p:cNvPr>
          <p:cNvGrpSpPr/>
          <p:nvPr/>
        </p:nvGrpSpPr>
        <p:grpSpPr>
          <a:xfrm>
            <a:off x="3940303" y="18975504"/>
            <a:ext cx="961356" cy="320464"/>
            <a:chOff x="2826931" y="15262837"/>
            <a:chExt cx="961356" cy="320464"/>
          </a:xfrm>
          <a:solidFill>
            <a:schemeClr val="bg1">
              <a:lumMod val="75000"/>
            </a:schemeClr>
          </a:solidFill>
        </p:grpSpPr>
        <p:grpSp>
          <p:nvGrpSpPr>
            <p:cNvPr id="643" name="组合 642">
              <a:extLst>
                <a:ext uri="{FF2B5EF4-FFF2-40B4-BE49-F238E27FC236}">
                  <a16:creationId xmlns:a16="http://schemas.microsoft.com/office/drawing/2014/main" id="{318DEEB4-57C8-B331-CEFF-D097634EAD1D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57" name="组合 656">
                <a:extLst>
                  <a:ext uri="{FF2B5EF4-FFF2-40B4-BE49-F238E27FC236}">
                    <a16:creationId xmlns:a16="http://schemas.microsoft.com/office/drawing/2014/main" id="{FF5F4851-761B-49AB-0FD1-D5396E54E1B2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66" name="矩形 665">
                  <a:extLst>
                    <a:ext uri="{FF2B5EF4-FFF2-40B4-BE49-F238E27FC236}">
                      <a16:creationId xmlns:a16="http://schemas.microsoft.com/office/drawing/2014/main" id="{18174B6F-A20E-4F4F-C11E-652FBAF24E4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67" name="矩形 666">
                  <a:extLst>
                    <a:ext uri="{FF2B5EF4-FFF2-40B4-BE49-F238E27FC236}">
                      <a16:creationId xmlns:a16="http://schemas.microsoft.com/office/drawing/2014/main" id="{7F142993-19C5-B917-774F-BCCD2D62548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68" name="矩形 667">
                  <a:extLst>
                    <a:ext uri="{FF2B5EF4-FFF2-40B4-BE49-F238E27FC236}">
                      <a16:creationId xmlns:a16="http://schemas.microsoft.com/office/drawing/2014/main" id="{7D34ED90-0006-C2E4-E5DA-10D13EC498B3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58" name="组合 657">
                <a:extLst>
                  <a:ext uri="{FF2B5EF4-FFF2-40B4-BE49-F238E27FC236}">
                    <a16:creationId xmlns:a16="http://schemas.microsoft.com/office/drawing/2014/main" id="{DA9C1281-6346-2BCB-29BE-837F2B833A46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63" name="矩形 662">
                  <a:extLst>
                    <a:ext uri="{FF2B5EF4-FFF2-40B4-BE49-F238E27FC236}">
                      <a16:creationId xmlns:a16="http://schemas.microsoft.com/office/drawing/2014/main" id="{0F78ACDE-BE15-486D-AD42-90057F28ADD1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64" name="矩形 663">
                  <a:extLst>
                    <a:ext uri="{FF2B5EF4-FFF2-40B4-BE49-F238E27FC236}">
                      <a16:creationId xmlns:a16="http://schemas.microsoft.com/office/drawing/2014/main" id="{07A7470E-11D4-BFDD-121E-3C8632657091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65" name="矩形 664">
                  <a:extLst>
                    <a:ext uri="{FF2B5EF4-FFF2-40B4-BE49-F238E27FC236}">
                      <a16:creationId xmlns:a16="http://schemas.microsoft.com/office/drawing/2014/main" id="{C35C594E-750F-8DBD-728D-6E9255C0594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644" name="组合 643">
              <a:extLst>
                <a:ext uri="{FF2B5EF4-FFF2-40B4-BE49-F238E27FC236}">
                  <a16:creationId xmlns:a16="http://schemas.microsoft.com/office/drawing/2014/main" id="{4C1E49AC-DE3E-5B0A-6E3C-359E49F531FD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45" name="组合 644">
                <a:extLst>
                  <a:ext uri="{FF2B5EF4-FFF2-40B4-BE49-F238E27FC236}">
                    <a16:creationId xmlns:a16="http://schemas.microsoft.com/office/drawing/2014/main" id="{A8EC75FA-E5E2-16B8-80FC-0AE4921BC450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54" name="矩形 653">
                  <a:extLst>
                    <a:ext uri="{FF2B5EF4-FFF2-40B4-BE49-F238E27FC236}">
                      <a16:creationId xmlns:a16="http://schemas.microsoft.com/office/drawing/2014/main" id="{0F471F38-4085-E15E-7CE0-28E995FDE6A9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55" name="矩形 654">
                  <a:extLst>
                    <a:ext uri="{FF2B5EF4-FFF2-40B4-BE49-F238E27FC236}">
                      <a16:creationId xmlns:a16="http://schemas.microsoft.com/office/drawing/2014/main" id="{AA54C3C8-0C89-EA87-0CA5-04E18AC8802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56" name="矩形 655">
                  <a:extLst>
                    <a:ext uri="{FF2B5EF4-FFF2-40B4-BE49-F238E27FC236}">
                      <a16:creationId xmlns:a16="http://schemas.microsoft.com/office/drawing/2014/main" id="{D4A30072-20C5-854B-D430-97B769CECBF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46" name="组合 645">
                <a:extLst>
                  <a:ext uri="{FF2B5EF4-FFF2-40B4-BE49-F238E27FC236}">
                    <a16:creationId xmlns:a16="http://schemas.microsoft.com/office/drawing/2014/main" id="{FEC102A2-0FA4-5298-255E-9D1D9234F663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51" name="矩形 650">
                  <a:extLst>
                    <a:ext uri="{FF2B5EF4-FFF2-40B4-BE49-F238E27FC236}">
                      <a16:creationId xmlns:a16="http://schemas.microsoft.com/office/drawing/2014/main" id="{31C29DD6-2FBA-C590-A471-BC932BB8B39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52" name="矩形 651">
                  <a:extLst>
                    <a:ext uri="{FF2B5EF4-FFF2-40B4-BE49-F238E27FC236}">
                      <a16:creationId xmlns:a16="http://schemas.microsoft.com/office/drawing/2014/main" id="{D489D9F8-77BA-051E-4D16-B0127746D45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53" name="矩形 652">
                  <a:extLst>
                    <a:ext uri="{FF2B5EF4-FFF2-40B4-BE49-F238E27FC236}">
                      <a16:creationId xmlns:a16="http://schemas.microsoft.com/office/drawing/2014/main" id="{C63B765D-0F4E-74C1-9A69-10B0F6D24280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9" name="文本框 668">
                <a:extLst>
                  <a:ext uri="{FF2B5EF4-FFF2-40B4-BE49-F238E27FC236}">
                    <a16:creationId xmlns:a16="http://schemas.microsoft.com/office/drawing/2014/main" id="{1B2DE9EB-CE27-FA75-78FA-41E0E6DBC62F}"/>
                  </a:ext>
                </a:extLst>
              </p:cNvPr>
              <p:cNvSpPr txBox="1"/>
              <p:nvPr/>
            </p:nvSpPr>
            <p:spPr>
              <a:xfrm>
                <a:off x="3938180" y="19329996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9" name="文本框 668">
                <a:extLst>
                  <a:ext uri="{FF2B5EF4-FFF2-40B4-BE49-F238E27FC236}">
                    <a16:creationId xmlns:a16="http://schemas.microsoft.com/office/drawing/2014/main" id="{1B2DE9EB-CE27-FA75-78FA-41E0E6DBC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180" y="19329996"/>
                <a:ext cx="994477" cy="38202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0" name="文本框 669">
            <a:extLst>
              <a:ext uri="{FF2B5EF4-FFF2-40B4-BE49-F238E27FC236}">
                <a16:creationId xmlns:a16="http://schemas.microsoft.com/office/drawing/2014/main" id="{AFEBDAB3-545E-AA5E-C6C5-994BB3D488A6}"/>
              </a:ext>
            </a:extLst>
          </p:cNvPr>
          <p:cNvSpPr txBox="1"/>
          <p:nvPr/>
        </p:nvSpPr>
        <p:spPr>
          <a:xfrm>
            <a:off x="1650889" y="18802425"/>
            <a:ext cx="210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Trained Info- integration Vectors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FAE46DA1-B33A-13F7-03CA-D217F6A0BBEF}"/>
              </a:ext>
            </a:extLst>
          </p:cNvPr>
          <p:cNvSpPr txBox="1"/>
          <p:nvPr/>
        </p:nvSpPr>
        <p:spPr>
          <a:xfrm>
            <a:off x="1545409" y="12252777"/>
            <a:ext cx="123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Targets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3" name="直线箭头连接符 672">
            <a:extLst>
              <a:ext uri="{FF2B5EF4-FFF2-40B4-BE49-F238E27FC236}">
                <a16:creationId xmlns:a16="http://schemas.microsoft.com/office/drawing/2014/main" id="{D4828473-1047-9EEA-C795-100C34693FA7}"/>
              </a:ext>
            </a:extLst>
          </p:cNvPr>
          <p:cNvCxnSpPr>
            <a:cxnSpLocks/>
          </p:cNvCxnSpPr>
          <p:nvPr/>
        </p:nvCxnSpPr>
        <p:spPr>
          <a:xfrm>
            <a:off x="4901659" y="19136381"/>
            <a:ext cx="131616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8" name="曲线连接符 697">
            <a:extLst>
              <a:ext uri="{FF2B5EF4-FFF2-40B4-BE49-F238E27FC236}">
                <a16:creationId xmlns:a16="http://schemas.microsoft.com/office/drawing/2014/main" id="{58F99AEB-F603-3020-E89A-B957062A3FB4}"/>
              </a:ext>
            </a:extLst>
          </p:cNvPr>
          <p:cNvCxnSpPr>
            <a:stCxn id="634" idx="1"/>
            <a:endCxn id="691" idx="1"/>
          </p:cNvCxnSpPr>
          <p:nvPr/>
        </p:nvCxnSpPr>
        <p:spPr>
          <a:xfrm rot="10800000">
            <a:off x="5741787" y="20530565"/>
            <a:ext cx="1" cy="1281562"/>
          </a:xfrm>
          <a:prstGeom prst="curvedConnector3">
            <a:avLst>
              <a:gd name="adj1" fmla="val 2286010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0" name="曲线连接符 699">
            <a:extLst>
              <a:ext uri="{FF2B5EF4-FFF2-40B4-BE49-F238E27FC236}">
                <a16:creationId xmlns:a16="http://schemas.microsoft.com/office/drawing/2014/main" id="{6176D858-B3C2-1880-878E-21ACC215C3D0}"/>
              </a:ext>
            </a:extLst>
          </p:cNvPr>
          <p:cNvCxnSpPr>
            <a:cxnSpLocks/>
            <a:stCxn id="624" idx="3"/>
            <a:endCxn id="570" idx="3"/>
          </p:cNvCxnSpPr>
          <p:nvPr/>
        </p:nvCxnSpPr>
        <p:spPr>
          <a:xfrm flipV="1">
            <a:off x="6703143" y="20847250"/>
            <a:ext cx="12700" cy="964875"/>
          </a:xfrm>
          <a:prstGeom prst="curvedConnector3">
            <a:avLst>
              <a:gd name="adj1" fmla="val 1800000"/>
            </a:avLst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3" name="文本框 702">
            <a:extLst>
              <a:ext uri="{FF2B5EF4-FFF2-40B4-BE49-F238E27FC236}">
                <a16:creationId xmlns:a16="http://schemas.microsoft.com/office/drawing/2014/main" id="{1F914B49-33D9-1FD6-7558-82AE95D71B1A}"/>
              </a:ext>
            </a:extLst>
          </p:cNvPr>
          <p:cNvSpPr txBox="1"/>
          <p:nvPr/>
        </p:nvSpPr>
        <p:spPr>
          <a:xfrm>
            <a:off x="3685309" y="20849480"/>
            <a:ext cx="1748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One-way Information Integration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4" name="曲线连接符 703">
            <a:extLst>
              <a:ext uri="{FF2B5EF4-FFF2-40B4-BE49-F238E27FC236}">
                <a16:creationId xmlns:a16="http://schemas.microsoft.com/office/drawing/2014/main" id="{A32BDCAA-FDF5-68E6-7FFD-4CA67BBAE580}"/>
              </a:ext>
            </a:extLst>
          </p:cNvPr>
          <p:cNvCxnSpPr>
            <a:cxnSpLocks/>
            <a:stCxn id="597" idx="3"/>
            <a:endCxn id="570" idx="3"/>
          </p:cNvCxnSpPr>
          <p:nvPr/>
        </p:nvCxnSpPr>
        <p:spPr>
          <a:xfrm flipV="1">
            <a:off x="6703143" y="20847250"/>
            <a:ext cx="12700" cy="479777"/>
          </a:xfrm>
          <a:prstGeom prst="curvedConnector3">
            <a:avLst>
              <a:gd name="adj1" fmla="val 3400000"/>
            </a:avLst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8" name="曲线连接符 707">
            <a:extLst>
              <a:ext uri="{FF2B5EF4-FFF2-40B4-BE49-F238E27FC236}">
                <a16:creationId xmlns:a16="http://schemas.microsoft.com/office/drawing/2014/main" id="{5B0E1038-A77E-9DAA-7D73-816919A68FD2}"/>
              </a:ext>
            </a:extLst>
          </p:cNvPr>
          <p:cNvCxnSpPr>
            <a:cxnSpLocks/>
            <a:stCxn id="624" idx="3"/>
            <a:endCxn id="597" idx="3"/>
          </p:cNvCxnSpPr>
          <p:nvPr/>
        </p:nvCxnSpPr>
        <p:spPr>
          <a:xfrm flipV="1">
            <a:off x="6703143" y="21327027"/>
            <a:ext cx="12700" cy="485098"/>
          </a:xfrm>
          <a:prstGeom prst="curvedConnector3">
            <a:avLst>
              <a:gd name="adj1" fmla="val 3472724"/>
            </a:avLst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2" name="曲线连接符 711">
            <a:extLst>
              <a:ext uri="{FF2B5EF4-FFF2-40B4-BE49-F238E27FC236}">
                <a16:creationId xmlns:a16="http://schemas.microsoft.com/office/drawing/2014/main" id="{6E38A3A6-2D0C-18B5-CE76-EFA997F01FF5}"/>
              </a:ext>
            </a:extLst>
          </p:cNvPr>
          <p:cNvCxnSpPr>
            <a:cxnSpLocks/>
            <a:stCxn id="580" idx="1"/>
            <a:endCxn id="691" idx="1"/>
          </p:cNvCxnSpPr>
          <p:nvPr/>
        </p:nvCxnSpPr>
        <p:spPr>
          <a:xfrm rot="10800000">
            <a:off x="5741787" y="20530566"/>
            <a:ext cx="1" cy="316687"/>
          </a:xfrm>
          <a:prstGeom prst="curvedConnector3">
            <a:avLst>
              <a:gd name="adj1" fmla="val 2286010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4" name="文本框 723">
            <a:extLst>
              <a:ext uri="{FF2B5EF4-FFF2-40B4-BE49-F238E27FC236}">
                <a16:creationId xmlns:a16="http://schemas.microsoft.com/office/drawing/2014/main" id="{2E6EE027-DBC4-0C0C-CE43-071906A14CDD}"/>
              </a:ext>
            </a:extLst>
          </p:cNvPr>
          <p:cNvSpPr txBox="1"/>
          <p:nvPr/>
        </p:nvSpPr>
        <p:spPr>
          <a:xfrm>
            <a:off x="7174050" y="20844862"/>
            <a:ext cx="1748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Two-way Information Exchange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5" name="圆角矩形 724">
            <a:extLst>
              <a:ext uri="{FF2B5EF4-FFF2-40B4-BE49-F238E27FC236}">
                <a16:creationId xmlns:a16="http://schemas.microsoft.com/office/drawing/2014/main" id="{D2303948-A969-59BA-C1CB-EE2634BF95B3}"/>
              </a:ext>
            </a:extLst>
          </p:cNvPr>
          <p:cNvSpPr/>
          <p:nvPr/>
        </p:nvSpPr>
        <p:spPr>
          <a:xfrm>
            <a:off x="4947525" y="19558066"/>
            <a:ext cx="2540602" cy="556692"/>
          </a:xfrm>
          <a:prstGeom prst="roundRect">
            <a:avLst>
              <a:gd name="adj" fmla="val 7982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Multi-layer</a:t>
            </a:r>
          </a:p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9" name="圆角矩形 728">
            <a:extLst>
              <a:ext uri="{FF2B5EF4-FFF2-40B4-BE49-F238E27FC236}">
                <a16:creationId xmlns:a16="http://schemas.microsoft.com/office/drawing/2014/main" id="{CAD4D989-3230-11C5-7D39-9C19289C9D90}"/>
              </a:ext>
            </a:extLst>
          </p:cNvPr>
          <p:cNvSpPr/>
          <p:nvPr/>
        </p:nvSpPr>
        <p:spPr>
          <a:xfrm>
            <a:off x="3882071" y="23205544"/>
            <a:ext cx="4671509" cy="659236"/>
          </a:xfrm>
          <a:prstGeom prst="roundRect">
            <a:avLst>
              <a:gd name="adj" fmla="val 5529"/>
            </a:avLst>
          </a:prstGeom>
          <a:solidFill>
            <a:srgbClr val="F2ECF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Multi-layer</a:t>
            </a:r>
          </a:p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GPT decoder</a:t>
            </a:r>
            <a:endParaRPr kumimoji="1" lang="zh-CN" alt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D0FCB14B-21DF-EB41-A58D-49F15E20202E}"/>
              </a:ext>
            </a:extLst>
          </p:cNvPr>
          <p:cNvSpPr txBox="1"/>
          <p:nvPr/>
        </p:nvSpPr>
        <p:spPr>
          <a:xfrm>
            <a:off x="6348858" y="22731715"/>
            <a:ext cx="2129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Cross-attention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1" name="直线箭头连接符 730">
            <a:extLst>
              <a:ext uri="{FF2B5EF4-FFF2-40B4-BE49-F238E27FC236}">
                <a16:creationId xmlns:a16="http://schemas.microsoft.com/office/drawing/2014/main" id="{9E590F89-82D1-A9D0-7E66-5CFD6B9CA4EE}"/>
              </a:ext>
            </a:extLst>
          </p:cNvPr>
          <p:cNvCxnSpPr>
            <a:cxnSpLocks/>
            <a:stCxn id="641" idx="2"/>
            <a:endCxn id="729" idx="0"/>
          </p:cNvCxnSpPr>
          <p:nvPr/>
        </p:nvCxnSpPr>
        <p:spPr>
          <a:xfrm>
            <a:off x="6217826" y="22561147"/>
            <a:ext cx="0" cy="6443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5" name="文本框 1504">
            <a:extLst>
              <a:ext uri="{FF2B5EF4-FFF2-40B4-BE49-F238E27FC236}">
                <a16:creationId xmlns:a16="http://schemas.microsoft.com/office/drawing/2014/main" id="{C1EE68A0-81CF-5785-DFE9-1467567BE685}"/>
              </a:ext>
            </a:extLst>
          </p:cNvPr>
          <p:cNvSpPr txBox="1"/>
          <p:nvPr/>
        </p:nvSpPr>
        <p:spPr>
          <a:xfrm>
            <a:off x="15118425" y="15010003"/>
            <a:ext cx="3689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Pre-trained generative chemical space</a:t>
            </a:r>
            <a:endParaRPr kumimoji="1" lang="zh-CN" altLang="en-US" sz="20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6" name="图片 1505">
            <a:extLst>
              <a:ext uri="{FF2B5EF4-FFF2-40B4-BE49-F238E27FC236}">
                <a16:creationId xmlns:a16="http://schemas.microsoft.com/office/drawing/2014/main" id="{93507C69-978F-8920-9C95-DC18CE2317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74091" y="12223436"/>
            <a:ext cx="3708112" cy="2597180"/>
          </a:xfrm>
          <a:prstGeom prst="rect">
            <a:avLst/>
          </a:prstGeom>
        </p:spPr>
      </p:pic>
      <p:cxnSp>
        <p:nvCxnSpPr>
          <p:cNvPr id="1507" name="直线连接符 1506">
            <a:extLst>
              <a:ext uri="{FF2B5EF4-FFF2-40B4-BE49-F238E27FC236}">
                <a16:creationId xmlns:a16="http://schemas.microsoft.com/office/drawing/2014/main" id="{525BFE72-3A21-DD89-EFCA-F99B00A03561}"/>
              </a:ext>
            </a:extLst>
          </p:cNvPr>
          <p:cNvCxnSpPr>
            <a:cxnSpLocks/>
          </p:cNvCxnSpPr>
          <p:nvPr/>
        </p:nvCxnSpPr>
        <p:spPr>
          <a:xfrm>
            <a:off x="11284755" y="15899884"/>
            <a:ext cx="74731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21" name="图片 1520">
            <a:extLst>
              <a:ext uri="{FF2B5EF4-FFF2-40B4-BE49-F238E27FC236}">
                <a16:creationId xmlns:a16="http://schemas.microsoft.com/office/drawing/2014/main" id="{A568A839-4759-4CFB-2AF0-14654FC47B3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0014" t="14152" r="21664" b="11956"/>
          <a:stretch>
            <a:fillRect/>
          </a:stretch>
        </p:blipFill>
        <p:spPr>
          <a:xfrm>
            <a:off x="10997517" y="16182368"/>
            <a:ext cx="1396966" cy="1207332"/>
          </a:xfrm>
          <a:prstGeom prst="rect">
            <a:avLst/>
          </a:prstGeom>
        </p:spPr>
      </p:pic>
      <p:pic>
        <p:nvPicPr>
          <p:cNvPr id="1522" name="图片 1521">
            <a:extLst>
              <a:ext uri="{FF2B5EF4-FFF2-40B4-BE49-F238E27FC236}">
                <a16:creationId xmlns:a16="http://schemas.microsoft.com/office/drawing/2014/main" id="{14E1017E-2975-1E20-DBCB-78BD37A03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3004" t="10391" r="24434"/>
          <a:stretch>
            <a:fillRect/>
          </a:stretch>
        </p:blipFill>
        <p:spPr>
          <a:xfrm>
            <a:off x="12460828" y="16019113"/>
            <a:ext cx="1166745" cy="1356865"/>
          </a:xfrm>
          <a:prstGeom prst="rect">
            <a:avLst/>
          </a:prstGeom>
        </p:spPr>
      </p:pic>
      <p:pic>
        <p:nvPicPr>
          <p:cNvPr id="1523" name="图片 1522">
            <a:extLst>
              <a:ext uri="{FF2B5EF4-FFF2-40B4-BE49-F238E27FC236}">
                <a16:creationId xmlns:a16="http://schemas.microsoft.com/office/drawing/2014/main" id="{10B0E5FE-08AF-D54C-8A33-518513441AD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5951" t="12338" r="21777" b="17285"/>
          <a:stretch>
            <a:fillRect/>
          </a:stretch>
        </p:blipFill>
        <p:spPr>
          <a:xfrm>
            <a:off x="13647974" y="16103282"/>
            <a:ext cx="1541653" cy="1188526"/>
          </a:xfrm>
          <a:prstGeom prst="rect">
            <a:avLst/>
          </a:prstGeom>
        </p:spPr>
      </p:pic>
      <p:sp>
        <p:nvSpPr>
          <p:cNvPr id="1524" name="文本框 1523">
            <a:extLst>
              <a:ext uri="{FF2B5EF4-FFF2-40B4-BE49-F238E27FC236}">
                <a16:creationId xmlns:a16="http://schemas.microsoft.com/office/drawing/2014/main" id="{AE477251-3E74-60FB-D6F7-0329934760EE}"/>
              </a:ext>
            </a:extLst>
          </p:cNvPr>
          <p:cNvSpPr txBox="1"/>
          <p:nvPr/>
        </p:nvSpPr>
        <p:spPr>
          <a:xfrm>
            <a:off x="14803245" y="18683851"/>
            <a:ext cx="61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25" name="直线连接符 1524">
            <a:extLst>
              <a:ext uri="{FF2B5EF4-FFF2-40B4-BE49-F238E27FC236}">
                <a16:creationId xmlns:a16="http://schemas.microsoft.com/office/drawing/2014/main" id="{42CF4C15-65F1-35D5-CF17-1F32C14527FA}"/>
              </a:ext>
            </a:extLst>
          </p:cNvPr>
          <p:cNvCxnSpPr/>
          <p:nvPr/>
        </p:nvCxnSpPr>
        <p:spPr>
          <a:xfrm>
            <a:off x="11027420" y="17514729"/>
            <a:ext cx="419211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26" name="图片 1525">
            <a:extLst>
              <a:ext uri="{FF2B5EF4-FFF2-40B4-BE49-F238E27FC236}">
                <a16:creationId xmlns:a16="http://schemas.microsoft.com/office/drawing/2014/main" id="{81F8FCFB-F1A9-03B3-DB4D-8134CD8BC69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62228" y="17639759"/>
            <a:ext cx="1498600" cy="1308100"/>
          </a:xfrm>
          <a:prstGeom prst="rect">
            <a:avLst/>
          </a:prstGeom>
        </p:spPr>
      </p:pic>
      <p:pic>
        <p:nvPicPr>
          <p:cNvPr id="1527" name="图片 1526">
            <a:extLst>
              <a:ext uri="{FF2B5EF4-FFF2-40B4-BE49-F238E27FC236}">
                <a16:creationId xmlns:a16="http://schemas.microsoft.com/office/drawing/2014/main" id="{E23E2223-031C-7656-14D9-5BE7E88AC1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84823" y="18650787"/>
            <a:ext cx="1498600" cy="1270000"/>
          </a:xfrm>
          <a:prstGeom prst="rect">
            <a:avLst/>
          </a:prstGeom>
        </p:spPr>
      </p:pic>
      <p:pic>
        <p:nvPicPr>
          <p:cNvPr id="1528" name="图片 1527">
            <a:extLst>
              <a:ext uri="{FF2B5EF4-FFF2-40B4-BE49-F238E27FC236}">
                <a16:creationId xmlns:a16="http://schemas.microsoft.com/office/drawing/2014/main" id="{BD75CB2F-DB97-7B6C-5584-97B82E472E3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450164" y="17799031"/>
            <a:ext cx="1536700" cy="1016000"/>
          </a:xfrm>
          <a:prstGeom prst="rect">
            <a:avLst/>
          </a:prstGeom>
        </p:spPr>
      </p:pic>
      <p:pic>
        <p:nvPicPr>
          <p:cNvPr id="1529" name="图片 1528">
            <a:extLst>
              <a:ext uri="{FF2B5EF4-FFF2-40B4-BE49-F238E27FC236}">
                <a16:creationId xmlns:a16="http://schemas.microsoft.com/office/drawing/2014/main" id="{EB2C2D0B-A4B3-260F-4BAD-C005ED66262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108545" y="17834252"/>
            <a:ext cx="736600" cy="1993900"/>
          </a:xfrm>
          <a:prstGeom prst="rect">
            <a:avLst/>
          </a:prstGeom>
        </p:spPr>
      </p:pic>
      <p:pic>
        <p:nvPicPr>
          <p:cNvPr id="1530" name="图形 1529">
            <a:extLst>
              <a:ext uri="{FF2B5EF4-FFF2-40B4-BE49-F238E27FC236}">
                <a16:creationId xmlns:a16="http://schemas.microsoft.com/office/drawing/2014/main" id="{5C6A3AE2-12AD-F856-7F5C-238510C98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23813" t="17963" r="56101" b="20010"/>
          <a:stretch>
            <a:fillRect/>
          </a:stretch>
        </p:blipFill>
        <p:spPr>
          <a:xfrm>
            <a:off x="15263496" y="16099917"/>
            <a:ext cx="3488099" cy="3063946"/>
          </a:xfrm>
          <a:prstGeom prst="rect">
            <a:avLst/>
          </a:prstGeom>
        </p:spPr>
      </p:pic>
      <p:sp>
        <p:nvSpPr>
          <p:cNvPr id="1531" name="文本框 1530">
            <a:extLst>
              <a:ext uri="{FF2B5EF4-FFF2-40B4-BE49-F238E27FC236}">
                <a16:creationId xmlns:a16="http://schemas.microsoft.com/office/drawing/2014/main" id="{E9BDC219-6765-97CB-649C-AC6CFD35A057}"/>
              </a:ext>
            </a:extLst>
          </p:cNvPr>
          <p:cNvSpPr txBox="1"/>
          <p:nvPr/>
        </p:nvSpPr>
        <p:spPr>
          <a:xfrm>
            <a:off x="15207544" y="19098298"/>
            <a:ext cx="3600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Data-rich condition enables</a:t>
            </a:r>
            <a:r>
              <a:rPr kumimoji="1" lang="zh-CN" alt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 exploration</a:t>
            </a:r>
            <a:endParaRPr kumimoji="1" lang="zh-CN" altLang="en-US" sz="20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32" name="直线连接符 1531">
            <a:extLst>
              <a:ext uri="{FF2B5EF4-FFF2-40B4-BE49-F238E27FC236}">
                <a16:creationId xmlns:a16="http://schemas.microsoft.com/office/drawing/2014/main" id="{497CE466-E0EE-20B1-336A-5352F21CF83C}"/>
              </a:ext>
            </a:extLst>
          </p:cNvPr>
          <p:cNvCxnSpPr>
            <a:cxnSpLocks/>
          </p:cNvCxnSpPr>
          <p:nvPr/>
        </p:nvCxnSpPr>
        <p:spPr>
          <a:xfrm>
            <a:off x="11261504" y="20127328"/>
            <a:ext cx="74731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4" name="图形 1533">
            <a:extLst>
              <a:ext uri="{FF2B5EF4-FFF2-40B4-BE49-F238E27FC236}">
                <a16:creationId xmlns:a16="http://schemas.microsoft.com/office/drawing/2014/main" id="{DF3021FE-B6ED-A9FD-517A-BE52F48847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46520" t="19604" r="1165" b="18369"/>
          <a:stretch>
            <a:fillRect/>
          </a:stretch>
        </p:blipFill>
        <p:spPr>
          <a:xfrm>
            <a:off x="10911639" y="20321093"/>
            <a:ext cx="8176460" cy="2757568"/>
          </a:xfrm>
          <a:prstGeom prst="rect">
            <a:avLst/>
          </a:prstGeom>
        </p:spPr>
      </p:pic>
      <p:sp>
        <p:nvSpPr>
          <p:cNvPr id="1535" name="文本框 1534">
            <a:extLst>
              <a:ext uri="{FF2B5EF4-FFF2-40B4-BE49-F238E27FC236}">
                <a16:creationId xmlns:a16="http://schemas.microsoft.com/office/drawing/2014/main" id="{1DD81171-8FF5-DDAE-2705-FDCA0195DA37}"/>
              </a:ext>
            </a:extLst>
          </p:cNvPr>
          <p:cNvSpPr txBox="1"/>
          <p:nvPr/>
        </p:nvSpPr>
        <p:spPr>
          <a:xfrm>
            <a:off x="10799760" y="23080558"/>
            <a:ext cx="3413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Data-sparse condition restricts exploration range</a:t>
            </a:r>
            <a:endParaRPr kumimoji="1" lang="zh-CN" alt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" name="文本框 1535">
            <a:extLst>
              <a:ext uri="{FF2B5EF4-FFF2-40B4-BE49-F238E27FC236}">
                <a16:creationId xmlns:a16="http://schemas.microsoft.com/office/drawing/2014/main" id="{F9ED08AF-C0A4-6197-CB77-2A293CB01E84}"/>
              </a:ext>
            </a:extLst>
          </p:cNvPr>
          <p:cNvSpPr txBox="1"/>
          <p:nvPr/>
        </p:nvSpPr>
        <p:spPr>
          <a:xfrm>
            <a:off x="15744771" y="23080558"/>
            <a:ext cx="3413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</a:t>
            </a:r>
            <a:r>
              <a:rPr kumimoji="1" lang="en-US" altLang="zh-CN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supplement restores conditional exploration range</a:t>
            </a:r>
            <a:endParaRPr kumimoji="1" lang="zh-CN" altLang="en-US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7" name="文本框 1536">
            <a:extLst>
              <a:ext uri="{FF2B5EF4-FFF2-40B4-BE49-F238E27FC236}">
                <a16:creationId xmlns:a16="http://schemas.microsoft.com/office/drawing/2014/main" id="{FD91D35B-B99E-D23D-F9C4-11163379C9A9}"/>
              </a:ext>
            </a:extLst>
          </p:cNvPr>
          <p:cNvSpPr txBox="1"/>
          <p:nvPr/>
        </p:nvSpPr>
        <p:spPr>
          <a:xfrm>
            <a:off x="6880556" y="23403724"/>
            <a:ext cx="1748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(in A. above)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35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AD6E-7B15-CBE7-12B7-215A8E07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图形 292">
            <a:extLst>
              <a:ext uri="{FF2B5EF4-FFF2-40B4-BE49-F238E27FC236}">
                <a16:creationId xmlns:a16="http://schemas.microsoft.com/office/drawing/2014/main" id="{3C77A393-8E74-48A4-9B1B-BC7C55E8D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520" t="19604" r="34146" b="18369"/>
          <a:stretch>
            <a:fillRect/>
          </a:stretch>
        </p:blipFill>
        <p:spPr>
          <a:xfrm>
            <a:off x="8299475" y="11472656"/>
            <a:ext cx="3021834" cy="2757568"/>
          </a:xfrm>
          <a:prstGeom prst="rect">
            <a:avLst/>
          </a:prstGeom>
        </p:spPr>
      </p:pic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4AB2831A-51ED-F204-AB27-8AD0431F01A3}"/>
              </a:ext>
            </a:extLst>
          </p:cNvPr>
          <p:cNvCxnSpPr/>
          <p:nvPr/>
        </p:nvCxnSpPr>
        <p:spPr>
          <a:xfrm>
            <a:off x="3107974" y="7767480"/>
            <a:ext cx="426288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图形 55">
            <a:extLst>
              <a:ext uri="{FF2B5EF4-FFF2-40B4-BE49-F238E27FC236}">
                <a16:creationId xmlns:a16="http://schemas.microsoft.com/office/drawing/2014/main" id="{D2B94A10-EEDC-4B9F-5287-6772A1099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813" t="17963" r="56101" b="20010"/>
          <a:stretch>
            <a:fillRect/>
          </a:stretch>
        </p:blipFill>
        <p:spPr>
          <a:xfrm>
            <a:off x="9024202" y="6919970"/>
            <a:ext cx="2990249" cy="2626635"/>
          </a:xfrm>
          <a:prstGeom prst="rect">
            <a:avLst/>
          </a:prstGeom>
        </p:spPr>
      </p:pic>
      <p:pic>
        <p:nvPicPr>
          <p:cNvPr id="2" name="图形 1">
            <a:extLst>
              <a:ext uri="{FF2B5EF4-FFF2-40B4-BE49-F238E27FC236}">
                <a16:creationId xmlns:a16="http://schemas.microsoft.com/office/drawing/2014/main" id="{DF0625B4-8B72-2571-1A63-36E6A45A6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52" t="19715" r="79062" b="18258"/>
          <a:stretch>
            <a:fillRect/>
          </a:stretch>
        </p:blipFill>
        <p:spPr>
          <a:xfrm>
            <a:off x="15812682" y="599491"/>
            <a:ext cx="3916720" cy="3440447"/>
          </a:xfrm>
          <a:prstGeom prst="rect">
            <a:avLst/>
          </a:prstGeom>
        </p:spPr>
      </p:pic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4D11B858-33DC-6B70-61F2-0F209D71573B}"/>
              </a:ext>
            </a:extLst>
          </p:cNvPr>
          <p:cNvCxnSpPr>
            <a:cxnSpLocks/>
          </p:cNvCxnSpPr>
          <p:nvPr/>
        </p:nvCxnSpPr>
        <p:spPr>
          <a:xfrm flipV="1">
            <a:off x="3586458" y="3009334"/>
            <a:ext cx="41259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57AFD6A-CEC7-F7E1-1BDB-4A63C57E747A}"/>
              </a:ext>
            </a:extLst>
          </p:cNvPr>
          <p:cNvSpPr/>
          <p:nvPr/>
        </p:nvSpPr>
        <p:spPr>
          <a:xfrm rot="16200000">
            <a:off x="3073498" y="2814188"/>
            <a:ext cx="2419814" cy="390293"/>
          </a:xfrm>
          <a:prstGeom prst="roundRect">
            <a:avLst>
              <a:gd name="adj" fmla="val 1526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SMILES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Tokenizer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38E0C6E9-820F-8AFB-83A5-04C215EE1DB2}"/>
              </a:ext>
            </a:extLst>
          </p:cNvPr>
          <p:cNvCxnSpPr>
            <a:cxnSpLocks/>
          </p:cNvCxnSpPr>
          <p:nvPr/>
        </p:nvCxnSpPr>
        <p:spPr>
          <a:xfrm flipV="1">
            <a:off x="4590064" y="3009333"/>
            <a:ext cx="41259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73C1164-081D-FC19-2AAD-157D98E351D8}"/>
              </a:ext>
            </a:extLst>
          </p:cNvPr>
          <p:cNvSpPr txBox="1"/>
          <p:nvPr/>
        </p:nvSpPr>
        <p:spPr>
          <a:xfrm>
            <a:off x="536887" y="3911465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~9.5M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ZINC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molecules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B4694F8-DAD7-CF8B-B99A-9B6913BAB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91732"/>
              </p:ext>
            </p:extLst>
          </p:nvPr>
        </p:nvGraphicFramePr>
        <p:xfrm>
          <a:off x="5114166" y="1208129"/>
          <a:ext cx="602173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173">
                  <a:extLst>
                    <a:ext uri="{9D8B030D-6E8A-4147-A177-3AD203B41FA5}">
                      <a16:colId xmlns:a16="http://schemas.microsoft.com/office/drawing/2014/main" val="3297113871"/>
                    </a:ext>
                  </a:extLst>
                </a:gridCol>
              </a:tblGrid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[BOS]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658208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GB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475051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82340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138769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98824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347954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757639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82492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00721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090911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00237"/>
                  </a:ext>
                </a:extLst>
              </a:tr>
              <a:tr h="1983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[EOS]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55449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F1998F0E-93D7-4FF7-36AF-D75205869FFB}"/>
              </a:ext>
            </a:extLst>
          </p:cNvPr>
          <p:cNvSpPr/>
          <p:nvPr/>
        </p:nvSpPr>
        <p:spPr>
          <a:xfrm>
            <a:off x="97036" y="477799"/>
            <a:ext cx="21246840" cy="4542436"/>
          </a:xfrm>
          <a:prstGeom prst="roundRect">
            <a:avLst>
              <a:gd name="adj" fmla="val 10022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4FB52-A45F-BE77-C24A-E3F5433EC567}"/>
              </a:ext>
            </a:extLst>
          </p:cNvPr>
          <p:cNvSpPr txBox="1"/>
          <p:nvPr/>
        </p:nvSpPr>
        <p:spPr>
          <a:xfrm>
            <a:off x="533362" y="628806"/>
            <a:ext cx="9384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A. Molecular Pre-training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DAE49D24-6DFD-E007-838F-499A8235BAA4}"/>
              </a:ext>
            </a:extLst>
          </p:cNvPr>
          <p:cNvCxnSpPr>
            <a:cxnSpLocks/>
          </p:cNvCxnSpPr>
          <p:nvPr/>
        </p:nvCxnSpPr>
        <p:spPr>
          <a:xfrm flipV="1">
            <a:off x="5827848" y="3009329"/>
            <a:ext cx="41259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DD24015B-94E4-ADFD-09B7-27AB49619151}"/>
              </a:ext>
            </a:extLst>
          </p:cNvPr>
          <p:cNvGrpSpPr/>
          <p:nvPr/>
        </p:nvGrpSpPr>
        <p:grpSpPr>
          <a:xfrm>
            <a:off x="6351950" y="1610046"/>
            <a:ext cx="3511005" cy="2945238"/>
            <a:chOff x="7698152" y="1610046"/>
            <a:chExt cx="3511005" cy="2945238"/>
          </a:xfrm>
        </p:grpSpPr>
        <p:sp>
          <p:nvSpPr>
            <p:cNvPr id="319" name="圆角矩形 318">
              <a:extLst>
                <a:ext uri="{FF2B5EF4-FFF2-40B4-BE49-F238E27FC236}">
                  <a16:creationId xmlns:a16="http://schemas.microsoft.com/office/drawing/2014/main" id="{BB80BC8A-8FF4-8287-A466-C1D8F3FC7C16}"/>
                </a:ext>
              </a:extLst>
            </p:cNvPr>
            <p:cNvSpPr/>
            <p:nvPr/>
          </p:nvSpPr>
          <p:spPr>
            <a:xfrm rot="5400000">
              <a:off x="8717315" y="138748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圆角矩形 320">
              <a:extLst>
                <a:ext uri="{FF2B5EF4-FFF2-40B4-BE49-F238E27FC236}">
                  <a16:creationId xmlns:a16="http://schemas.microsoft.com/office/drawing/2014/main" id="{C79285D1-0475-C422-EBAC-C87879F67A80}"/>
                </a:ext>
              </a:extLst>
            </p:cNvPr>
            <p:cNvSpPr/>
            <p:nvPr/>
          </p:nvSpPr>
          <p:spPr>
            <a:xfrm rot="5400000">
              <a:off x="8603514" y="1484053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圆角矩形 321">
              <a:extLst>
                <a:ext uri="{FF2B5EF4-FFF2-40B4-BE49-F238E27FC236}">
                  <a16:creationId xmlns:a16="http://schemas.microsoft.com/office/drawing/2014/main" id="{B0432F3C-30E6-1E19-667B-3272B71FB8DB}"/>
                </a:ext>
              </a:extLst>
            </p:cNvPr>
            <p:cNvSpPr/>
            <p:nvPr/>
          </p:nvSpPr>
          <p:spPr>
            <a:xfrm rot="5400000">
              <a:off x="8489713" y="158061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圆角矩形 322">
              <a:extLst>
                <a:ext uri="{FF2B5EF4-FFF2-40B4-BE49-F238E27FC236}">
                  <a16:creationId xmlns:a16="http://schemas.microsoft.com/office/drawing/2014/main" id="{16A2FB79-738B-2E9E-90D6-89C529D96208}"/>
                </a:ext>
              </a:extLst>
            </p:cNvPr>
            <p:cNvSpPr/>
            <p:nvPr/>
          </p:nvSpPr>
          <p:spPr>
            <a:xfrm rot="5400000">
              <a:off x="8375912" y="1677183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圆角矩形 323">
              <a:extLst>
                <a:ext uri="{FF2B5EF4-FFF2-40B4-BE49-F238E27FC236}">
                  <a16:creationId xmlns:a16="http://schemas.microsoft.com/office/drawing/2014/main" id="{8733A976-FA36-13F6-4EBB-A144D2A2C98B}"/>
                </a:ext>
              </a:extLst>
            </p:cNvPr>
            <p:cNvSpPr/>
            <p:nvPr/>
          </p:nvSpPr>
          <p:spPr>
            <a:xfrm rot="5400000">
              <a:off x="8262111" y="177374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圆角矩形 324">
              <a:extLst>
                <a:ext uri="{FF2B5EF4-FFF2-40B4-BE49-F238E27FC236}">
                  <a16:creationId xmlns:a16="http://schemas.microsoft.com/office/drawing/2014/main" id="{33355888-F52E-EFF5-4B28-CF8AD81580E6}"/>
                </a:ext>
              </a:extLst>
            </p:cNvPr>
            <p:cNvSpPr/>
            <p:nvPr/>
          </p:nvSpPr>
          <p:spPr>
            <a:xfrm rot="5400000">
              <a:off x="8148310" y="1870313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圆角矩形 325">
              <a:extLst>
                <a:ext uri="{FF2B5EF4-FFF2-40B4-BE49-F238E27FC236}">
                  <a16:creationId xmlns:a16="http://schemas.microsoft.com/office/drawing/2014/main" id="{CB4C4C09-A340-A993-542E-4EF8A82BF15B}"/>
                </a:ext>
              </a:extLst>
            </p:cNvPr>
            <p:cNvSpPr/>
            <p:nvPr/>
          </p:nvSpPr>
          <p:spPr>
            <a:xfrm rot="5400000">
              <a:off x="8034509" y="1966878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圆角矩形 326">
              <a:extLst>
                <a:ext uri="{FF2B5EF4-FFF2-40B4-BE49-F238E27FC236}">
                  <a16:creationId xmlns:a16="http://schemas.microsoft.com/office/drawing/2014/main" id="{CDF573FC-30B0-0C90-BDF7-211F39AC22A1}"/>
                </a:ext>
              </a:extLst>
            </p:cNvPr>
            <p:cNvSpPr/>
            <p:nvPr/>
          </p:nvSpPr>
          <p:spPr>
            <a:xfrm rot="5400000">
              <a:off x="7920710" y="2063442"/>
              <a:ext cx="2269284" cy="2714400"/>
            </a:xfrm>
            <a:prstGeom prst="roundRect">
              <a:avLst>
                <a:gd name="adj" fmla="val 5529"/>
              </a:avLst>
            </a:prstGeom>
            <a:solidFill>
              <a:srgbClr val="F2ECF1"/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0" name="组合 329">
            <a:extLst>
              <a:ext uri="{FF2B5EF4-FFF2-40B4-BE49-F238E27FC236}">
                <a16:creationId xmlns:a16="http://schemas.microsoft.com/office/drawing/2014/main" id="{17CFC1E9-D6E2-39F2-F27B-7A1399E4301E}"/>
              </a:ext>
            </a:extLst>
          </p:cNvPr>
          <p:cNvGrpSpPr/>
          <p:nvPr/>
        </p:nvGrpSpPr>
        <p:grpSpPr>
          <a:xfrm>
            <a:off x="6510912" y="2442786"/>
            <a:ext cx="2323028" cy="2003792"/>
            <a:chOff x="7829725" y="2215450"/>
            <a:chExt cx="2323028" cy="200379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00EBC26-E0B8-EEBF-E1A6-B587A5CCCF42}"/>
                </a:ext>
              </a:extLst>
            </p:cNvPr>
            <p:cNvGrpSpPr/>
            <p:nvPr/>
          </p:nvGrpSpPr>
          <p:grpSpPr>
            <a:xfrm>
              <a:off x="7919005" y="2969472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B8F85B7-5928-F329-8838-EC5A971959D7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8D9C3C1-3DF0-B800-9B36-855D6DE26A51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188594A-03BC-69E8-16E1-820CA051325A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D26E5CE5-5782-AFDE-CB45-0087CB7B3DD4}"/>
                </a:ext>
              </a:extLst>
            </p:cNvPr>
            <p:cNvGrpSpPr/>
            <p:nvPr/>
          </p:nvGrpSpPr>
          <p:grpSpPr>
            <a:xfrm>
              <a:off x="7919021" y="3301063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D419705-7D8D-1E15-8286-DB7DA8C8072B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C2CEC2E-DD0B-0E76-3ADC-BE5942F55D05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A7CAE1-37D3-4FB7-B14B-EB5A877D6134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8AF5F212-28F7-3B9C-1925-D6A9EB1A6364}"/>
                </a:ext>
              </a:extLst>
            </p:cNvPr>
            <p:cNvGrpSpPr/>
            <p:nvPr/>
          </p:nvGrpSpPr>
          <p:grpSpPr>
            <a:xfrm>
              <a:off x="7919020" y="3632654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F82B770A-C3B2-5D6E-7556-D910B34AD907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F75ED1A-A228-2A43-A06F-C1A4881471F3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AD7DF7D-418C-D651-8C61-4B8EDBDB8547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2B1226BD-6213-F873-C18E-B0779DE2AF83}"/>
                </a:ext>
              </a:extLst>
            </p:cNvPr>
            <p:cNvGrpSpPr/>
            <p:nvPr/>
          </p:nvGrpSpPr>
          <p:grpSpPr>
            <a:xfrm>
              <a:off x="7918999" y="2306290"/>
              <a:ext cx="481263" cy="160423"/>
              <a:chOff x="7919025" y="1858297"/>
              <a:chExt cx="481263" cy="160423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4ABDA97-3469-8C47-704D-C66606FCBB59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54434EF-5451-AA25-DB93-F1C14E1027D0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2BBF57C-54F9-EA0A-22C9-3A1481BC893F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4344059-6FED-3A4B-64A9-1CB765E06F14}"/>
                </a:ext>
              </a:extLst>
            </p:cNvPr>
            <p:cNvGrpSpPr/>
            <p:nvPr/>
          </p:nvGrpSpPr>
          <p:grpSpPr>
            <a:xfrm>
              <a:off x="7919017" y="2637881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02D3A717-23FE-FCA0-429C-0E28288AD2A3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BDA94E40-CCC9-578E-97C7-D597CB374245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FFE043FC-82C7-178E-0775-60A4290E379A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EEB39CD-CB52-2271-F376-8305D3F543D8}"/>
                </a:ext>
              </a:extLst>
            </p:cNvPr>
            <p:cNvGrpSpPr/>
            <p:nvPr/>
          </p:nvGrpSpPr>
          <p:grpSpPr>
            <a:xfrm>
              <a:off x="7919004" y="3964245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31ACE1D3-6EC5-B7D9-F5BE-E9121DEC6C22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6373E6CE-F909-930D-3DFD-6283449755C9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42B3E14E-1E94-482A-8FF6-393857C013C3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62569D84-BB85-6BA5-9AB9-988067374EC1}"/>
                </a:ext>
              </a:extLst>
            </p:cNvPr>
            <p:cNvGrpSpPr/>
            <p:nvPr/>
          </p:nvGrpSpPr>
          <p:grpSpPr>
            <a:xfrm>
              <a:off x="8795239" y="2969472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C325CDD9-83C4-C21E-43C7-58BDA45D965D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100E83F9-828C-A7F3-C755-F5F97E8C2D5C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2688BB8-5B41-9C37-386C-639FAA61FA9F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340AE98C-2F7C-B553-9323-042451D9B663}"/>
                </a:ext>
              </a:extLst>
            </p:cNvPr>
            <p:cNvGrpSpPr/>
            <p:nvPr/>
          </p:nvGrpSpPr>
          <p:grpSpPr>
            <a:xfrm>
              <a:off x="8795255" y="3301063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F1327DF7-01CB-1910-391B-FE11061052FD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FCAD446-6493-AC6F-0383-2A5DD64BC160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F9D14239-0A91-C5E3-F157-5FE99607DA33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320585E4-6136-AF3B-0554-D8571A7D0ADB}"/>
                </a:ext>
              </a:extLst>
            </p:cNvPr>
            <p:cNvGrpSpPr/>
            <p:nvPr/>
          </p:nvGrpSpPr>
          <p:grpSpPr>
            <a:xfrm>
              <a:off x="8795254" y="3632654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4BC15A72-93FE-4847-58D1-96559B69338A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DBBAAD17-A8B8-5B26-BB37-52BCDE3CB45D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2E6FF0EE-5EAC-DF61-7DE1-64CB7D8830B5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5419A86-B2D7-2F3D-D94A-3E955E35051B}"/>
                </a:ext>
              </a:extLst>
            </p:cNvPr>
            <p:cNvGrpSpPr/>
            <p:nvPr/>
          </p:nvGrpSpPr>
          <p:grpSpPr>
            <a:xfrm>
              <a:off x="8795233" y="2306290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F41A4DDE-116C-157D-9A27-F30B05BC7364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D94DF44B-CFC5-3C00-D6E8-BFDEA9FABF30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40709492-F7DB-0663-08AB-954B95A65B93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CD4F92A9-8DAC-8E63-2B0B-BF4E307A42A6}"/>
                </a:ext>
              </a:extLst>
            </p:cNvPr>
            <p:cNvGrpSpPr/>
            <p:nvPr/>
          </p:nvGrpSpPr>
          <p:grpSpPr>
            <a:xfrm>
              <a:off x="8795251" y="2637881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E1225BC7-AD31-9558-3067-4FBD36A5E9EC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3C15B6D2-C458-0AF7-5906-BEF4274A0529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C841F0A7-E750-088A-48E0-4A68C18B4158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EC731935-C8D0-BADD-2122-B7F01B9CE027}"/>
                </a:ext>
              </a:extLst>
            </p:cNvPr>
            <p:cNvGrpSpPr/>
            <p:nvPr/>
          </p:nvGrpSpPr>
          <p:grpSpPr>
            <a:xfrm>
              <a:off x="8795238" y="3964245"/>
              <a:ext cx="481263" cy="160423"/>
              <a:chOff x="7919025" y="1858297"/>
              <a:chExt cx="481263" cy="160423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340A6302-2E38-0AEB-EF28-A3F198661466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C49F443E-51E8-3E3D-13C8-CFC9DD701B2C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098623D2-996B-73D3-746A-AB416E2CE272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974DB853-595D-E879-BFF0-A78E516DCD4E}"/>
                </a:ext>
              </a:extLst>
            </p:cNvPr>
            <p:cNvGrpSpPr/>
            <p:nvPr/>
          </p:nvGrpSpPr>
          <p:grpSpPr>
            <a:xfrm>
              <a:off x="9671474" y="2969470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254AAB98-96DA-8DF5-BA53-B1B369E279B5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CEC25A92-A7FA-4490-BD6B-53B90FE5F6B9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81DA4B65-205A-7904-B003-D60EA2E4B705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C348E6A9-0607-51C6-E673-F5DD1AEFD32C}"/>
                </a:ext>
              </a:extLst>
            </p:cNvPr>
            <p:cNvGrpSpPr/>
            <p:nvPr/>
          </p:nvGrpSpPr>
          <p:grpSpPr>
            <a:xfrm>
              <a:off x="9671490" y="3301061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B0A5B631-BFC0-E5D0-3676-D73189D8C5C3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5" name="矩形 284">
                <a:extLst>
                  <a:ext uri="{FF2B5EF4-FFF2-40B4-BE49-F238E27FC236}">
                    <a16:creationId xmlns:a16="http://schemas.microsoft.com/office/drawing/2014/main" id="{02F0ACC7-8D4A-A9F3-D469-D5F3B47C8D62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090B2ECC-1F42-1A99-8296-BA6476512617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48" name="组合 247">
              <a:extLst>
                <a:ext uri="{FF2B5EF4-FFF2-40B4-BE49-F238E27FC236}">
                  <a16:creationId xmlns:a16="http://schemas.microsoft.com/office/drawing/2014/main" id="{5740D9A7-3176-19D1-6916-751EDCDDA52A}"/>
                </a:ext>
              </a:extLst>
            </p:cNvPr>
            <p:cNvGrpSpPr/>
            <p:nvPr/>
          </p:nvGrpSpPr>
          <p:grpSpPr>
            <a:xfrm>
              <a:off x="9671489" y="3632652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64FC4BA7-5B02-3A61-4616-395470566D70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2" name="矩形 281">
                <a:extLst>
                  <a:ext uri="{FF2B5EF4-FFF2-40B4-BE49-F238E27FC236}">
                    <a16:creationId xmlns:a16="http://schemas.microsoft.com/office/drawing/2014/main" id="{1244EC12-5E80-D6A9-1E95-002150A41F3B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30020966-DD9B-73F3-FD41-2EDC0257CF85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3019C488-BB21-7431-878A-FDC300E7D2E9}"/>
                </a:ext>
              </a:extLst>
            </p:cNvPr>
            <p:cNvGrpSpPr/>
            <p:nvPr/>
          </p:nvGrpSpPr>
          <p:grpSpPr>
            <a:xfrm>
              <a:off x="9671468" y="2306288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75" name="矩形 274">
                <a:extLst>
                  <a:ext uri="{FF2B5EF4-FFF2-40B4-BE49-F238E27FC236}">
                    <a16:creationId xmlns:a16="http://schemas.microsoft.com/office/drawing/2014/main" id="{F570539F-79B6-7913-B7CD-A58ED19120D8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solidFill>
                <a:srgbClr val="ECB9B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6" name="矩形 275">
                <a:extLst>
                  <a:ext uri="{FF2B5EF4-FFF2-40B4-BE49-F238E27FC236}">
                    <a16:creationId xmlns:a16="http://schemas.microsoft.com/office/drawing/2014/main" id="{81D7B0AD-40B3-9155-BAB0-A3254084A169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solidFill>
                <a:srgbClr val="ECB9B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3C9595D3-B51F-FA8A-0D23-F20E8C468B62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solidFill>
                <a:srgbClr val="ECB9BA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F15DCD8A-8C4E-CBDD-8B78-C8860A63450D}"/>
                </a:ext>
              </a:extLst>
            </p:cNvPr>
            <p:cNvGrpSpPr/>
            <p:nvPr/>
          </p:nvGrpSpPr>
          <p:grpSpPr>
            <a:xfrm>
              <a:off x="9671486" y="2637879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72" name="矩形 271">
                <a:extLst>
                  <a:ext uri="{FF2B5EF4-FFF2-40B4-BE49-F238E27FC236}">
                    <a16:creationId xmlns:a16="http://schemas.microsoft.com/office/drawing/2014/main" id="{8ACF9ED7-C4A7-9005-4893-CEEDCD13ADA6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3" name="矩形 272">
                <a:extLst>
                  <a:ext uri="{FF2B5EF4-FFF2-40B4-BE49-F238E27FC236}">
                    <a16:creationId xmlns:a16="http://schemas.microsoft.com/office/drawing/2014/main" id="{DC3920D9-B712-7D68-8E9E-D0CF8C7F3F9D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74" name="矩形 273">
                <a:extLst>
                  <a:ext uri="{FF2B5EF4-FFF2-40B4-BE49-F238E27FC236}">
                    <a16:creationId xmlns:a16="http://schemas.microsoft.com/office/drawing/2014/main" id="{B89BFF97-FA83-9844-0E8A-7C96140C4527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C3D64174-F100-08D7-1E7C-B316A0270218}"/>
                </a:ext>
              </a:extLst>
            </p:cNvPr>
            <p:cNvGrpSpPr/>
            <p:nvPr/>
          </p:nvGrpSpPr>
          <p:grpSpPr>
            <a:xfrm>
              <a:off x="9671473" y="3964243"/>
              <a:ext cx="481263" cy="160423"/>
              <a:chOff x="7919025" y="1858297"/>
              <a:chExt cx="481263" cy="160423"/>
            </a:xfrm>
            <a:solidFill>
              <a:schemeClr val="bg1">
                <a:lumMod val="85000"/>
              </a:schemeClr>
            </a:solidFill>
          </p:grpSpPr>
          <p:sp>
            <p:nvSpPr>
              <p:cNvPr id="269" name="矩形 268">
                <a:extLst>
                  <a:ext uri="{FF2B5EF4-FFF2-40B4-BE49-F238E27FC236}">
                    <a16:creationId xmlns:a16="http://schemas.microsoft.com/office/drawing/2014/main" id="{00E071F1-EEC1-219C-F7AC-0FA186B9420F}"/>
                  </a:ext>
                </a:extLst>
              </p:cNvPr>
              <p:cNvSpPr/>
              <p:nvPr/>
            </p:nvSpPr>
            <p:spPr>
              <a:xfrm>
                <a:off x="7919025" y="1858299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0" name="矩形 269">
                <a:extLst>
                  <a:ext uri="{FF2B5EF4-FFF2-40B4-BE49-F238E27FC236}">
                    <a16:creationId xmlns:a16="http://schemas.microsoft.com/office/drawing/2014/main" id="{99137EF6-E2A6-B1D0-297D-6676ECF3AD5D}"/>
                  </a:ext>
                </a:extLst>
              </p:cNvPr>
              <p:cNvSpPr/>
              <p:nvPr/>
            </p:nvSpPr>
            <p:spPr>
              <a:xfrm>
                <a:off x="8079446" y="1858298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71" name="矩形 270">
                <a:extLst>
                  <a:ext uri="{FF2B5EF4-FFF2-40B4-BE49-F238E27FC236}">
                    <a16:creationId xmlns:a16="http://schemas.microsoft.com/office/drawing/2014/main" id="{434461E0-5C7C-4CB7-B5EB-538E9A0A5325}"/>
                  </a:ext>
                </a:extLst>
              </p:cNvPr>
              <p:cNvSpPr/>
              <p:nvPr/>
            </p:nvSpPr>
            <p:spPr>
              <a:xfrm>
                <a:off x="8239867" y="1858297"/>
                <a:ext cx="160421" cy="160421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294" name="任意形状 293">
              <a:extLst>
                <a:ext uri="{FF2B5EF4-FFF2-40B4-BE49-F238E27FC236}">
                  <a16:creationId xmlns:a16="http://schemas.microsoft.com/office/drawing/2014/main" id="{EFBB351D-CF0F-5035-FEB4-308D83F70D62}"/>
                </a:ext>
              </a:extLst>
            </p:cNvPr>
            <p:cNvSpPr/>
            <p:nvPr/>
          </p:nvSpPr>
          <p:spPr>
            <a:xfrm>
              <a:off x="7829725" y="2215450"/>
              <a:ext cx="1578345" cy="2003792"/>
            </a:xfrm>
            <a:custGeom>
              <a:avLst/>
              <a:gdLst>
                <a:gd name="csX0" fmla="*/ 862353 w 1578345"/>
                <a:gd name="csY0" fmla="*/ 0 h 2003792"/>
                <a:gd name="csX1" fmla="*/ 1536223 w 1578345"/>
                <a:gd name="csY1" fmla="*/ 0 h 2003792"/>
                <a:gd name="csX2" fmla="*/ 1536225 w 1578345"/>
                <a:gd name="csY2" fmla="*/ 1 h 2003792"/>
                <a:gd name="csX3" fmla="*/ 1559922 w 1578345"/>
                <a:gd name="csY3" fmla="*/ 1 h 2003792"/>
                <a:gd name="csX4" fmla="*/ 1578345 w 1578345"/>
                <a:gd name="csY4" fmla="*/ 18424 h 2003792"/>
                <a:gd name="csX5" fmla="*/ 1578345 w 1578345"/>
                <a:gd name="csY5" fmla="*/ 313169 h 2003792"/>
                <a:gd name="csX6" fmla="*/ 1578344 w 1578345"/>
                <a:gd name="csY6" fmla="*/ 313172 h 2003792"/>
                <a:gd name="csX7" fmla="*/ 1578344 w 1578345"/>
                <a:gd name="csY7" fmla="*/ 1961671 h 2003792"/>
                <a:gd name="csX8" fmla="*/ 1536223 w 1578345"/>
                <a:gd name="csY8" fmla="*/ 2003792 h 2003792"/>
                <a:gd name="csX9" fmla="*/ 862353 w 1578345"/>
                <a:gd name="csY9" fmla="*/ 2003792 h 2003792"/>
                <a:gd name="csX10" fmla="*/ 820232 w 1578345"/>
                <a:gd name="csY10" fmla="*/ 1961671 h 2003792"/>
                <a:gd name="csX11" fmla="*/ 820232 w 1578345"/>
                <a:gd name="csY11" fmla="*/ 331592 h 2003792"/>
                <a:gd name="csX12" fmla="*/ 18423 w 1578345"/>
                <a:gd name="csY12" fmla="*/ 331592 h 2003792"/>
                <a:gd name="csX13" fmla="*/ 0 w 1578345"/>
                <a:gd name="csY13" fmla="*/ 313169 h 2003792"/>
                <a:gd name="csX14" fmla="*/ 0 w 1578345"/>
                <a:gd name="csY14" fmla="*/ 18424 h 2003792"/>
                <a:gd name="csX15" fmla="*/ 18423 w 1578345"/>
                <a:gd name="csY15" fmla="*/ 1 h 2003792"/>
                <a:gd name="csX16" fmla="*/ 862351 w 1578345"/>
                <a:gd name="csY16" fmla="*/ 1 h 20037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78345" h="2003792">
                  <a:moveTo>
                    <a:pt x="862353" y="0"/>
                  </a:moveTo>
                  <a:lnTo>
                    <a:pt x="1536223" y="0"/>
                  </a:lnTo>
                  <a:lnTo>
                    <a:pt x="1536225" y="1"/>
                  </a:lnTo>
                  <a:lnTo>
                    <a:pt x="1559922" y="1"/>
                  </a:lnTo>
                  <a:cubicBezTo>
                    <a:pt x="1570097" y="1"/>
                    <a:pt x="1578345" y="8249"/>
                    <a:pt x="1578345" y="18424"/>
                  </a:cubicBezTo>
                  <a:lnTo>
                    <a:pt x="1578345" y="313169"/>
                  </a:lnTo>
                  <a:lnTo>
                    <a:pt x="1578344" y="313172"/>
                  </a:lnTo>
                  <a:lnTo>
                    <a:pt x="1578344" y="1961671"/>
                  </a:lnTo>
                  <a:cubicBezTo>
                    <a:pt x="1578344" y="1984934"/>
                    <a:pt x="1559486" y="2003792"/>
                    <a:pt x="1536223" y="2003792"/>
                  </a:cubicBezTo>
                  <a:lnTo>
                    <a:pt x="862353" y="2003792"/>
                  </a:lnTo>
                  <a:cubicBezTo>
                    <a:pt x="839090" y="2003792"/>
                    <a:pt x="820232" y="1984934"/>
                    <a:pt x="820232" y="1961671"/>
                  </a:cubicBezTo>
                  <a:lnTo>
                    <a:pt x="820232" y="331592"/>
                  </a:lnTo>
                  <a:lnTo>
                    <a:pt x="18423" y="331592"/>
                  </a:lnTo>
                  <a:cubicBezTo>
                    <a:pt x="8248" y="331592"/>
                    <a:pt x="0" y="323344"/>
                    <a:pt x="0" y="313169"/>
                  </a:cubicBezTo>
                  <a:lnTo>
                    <a:pt x="0" y="18424"/>
                  </a:lnTo>
                  <a:cubicBezTo>
                    <a:pt x="0" y="8249"/>
                    <a:pt x="8248" y="1"/>
                    <a:pt x="18423" y="1"/>
                  </a:cubicBezTo>
                  <a:lnTo>
                    <a:pt x="862351" y="1"/>
                  </a:ln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296" name="直线箭头连接符 295">
              <a:extLst>
                <a:ext uri="{FF2B5EF4-FFF2-40B4-BE49-F238E27FC236}">
                  <a16:creationId xmlns:a16="http://schemas.microsoft.com/office/drawing/2014/main" id="{2BA3FDCB-5185-CC41-5389-E37CBC95A667}"/>
                </a:ext>
              </a:extLst>
            </p:cNvPr>
            <p:cNvCxnSpPr>
              <a:cxnSpLocks/>
              <a:endCxn id="275" idx="1"/>
            </p:cNvCxnSpPr>
            <p:nvPr/>
          </p:nvCxnSpPr>
          <p:spPr>
            <a:xfrm>
              <a:off x="9408070" y="2386501"/>
              <a:ext cx="2633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3" name="文本框 332">
            <a:extLst>
              <a:ext uri="{FF2B5EF4-FFF2-40B4-BE49-F238E27FC236}">
                <a16:creationId xmlns:a16="http://schemas.microsoft.com/office/drawing/2014/main" id="{B76F8FED-4B64-0344-6841-2335A5D793D9}"/>
              </a:ext>
            </a:extLst>
          </p:cNvPr>
          <p:cNvSpPr txBox="1"/>
          <p:nvPr/>
        </p:nvSpPr>
        <p:spPr>
          <a:xfrm>
            <a:off x="6643127" y="1113233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GPT decoder </a:t>
            </a:r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Layers</a:t>
            </a: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4" name="直线箭头连接符 333">
            <a:extLst>
              <a:ext uri="{FF2B5EF4-FFF2-40B4-BE49-F238E27FC236}">
                <a16:creationId xmlns:a16="http://schemas.microsoft.com/office/drawing/2014/main" id="{E1374819-4050-719E-D786-156A26C638D3}"/>
              </a:ext>
            </a:extLst>
          </p:cNvPr>
          <p:cNvCxnSpPr>
            <a:cxnSpLocks/>
          </p:cNvCxnSpPr>
          <p:nvPr/>
        </p:nvCxnSpPr>
        <p:spPr>
          <a:xfrm>
            <a:off x="9977208" y="3398957"/>
            <a:ext cx="58354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6" name="图表 335">
            <a:extLst>
              <a:ext uri="{FF2B5EF4-FFF2-40B4-BE49-F238E27FC236}">
                <a16:creationId xmlns:a16="http://schemas.microsoft.com/office/drawing/2014/main" id="{A9ECA4FB-42FB-9250-847B-468F4057AF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073779"/>
              </p:ext>
            </p:extLst>
          </p:nvPr>
        </p:nvGraphicFramePr>
        <p:xfrm>
          <a:off x="10339925" y="1161766"/>
          <a:ext cx="4941839" cy="2247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8" name="文本框 337">
            <a:extLst>
              <a:ext uri="{FF2B5EF4-FFF2-40B4-BE49-F238E27FC236}">
                <a16:creationId xmlns:a16="http://schemas.microsoft.com/office/drawing/2014/main" id="{87990B46-B215-6E82-7691-226A7506E71F}"/>
              </a:ext>
            </a:extLst>
          </p:cNvPr>
          <p:cNvSpPr txBox="1"/>
          <p:nvPr/>
        </p:nvSpPr>
        <p:spPr>
          <a:xfrm>
            <a:off x="10993727" y="3587424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Next token prediction</a:t>
            </a:r>
          </a:p>
        </p:txBody>
      </p:sp>
      <p:cxnSp>
        <p:nvCxnSpPr>
          <p:cNvPr id="342" name="直线连接符 341">
            <a:extLst>
              <a:ext uri="{FF2B5EF4-FFF2-40B4-BE49-F238E27FC236}">
                <a16:creationId xmlns:a16="http://schemas.microsoft.com/office/drawing/2014/main" id="{B182B412-DC2C-E189-209C-01DF3732FEF6}"/>
              </a:ext>
            </a:extLst>
          </p:cNvPr>
          <p:cNvCxnSpPr>
            <a:cxnSpLocks/>
          </p:cNvCxnSpPr>
          <p:nvPr/>
        </p:nvCxnSpPr>
        <p:spPr>
          <a:xfrm flipV="1">
            <a:off x="16603214" y="1956910"/>
            <a:ext cx="0" cy="78777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直线连接符 346">
            <a:extLst>
              <a:ext uri="{FF2B5EF4-FFF2-40B4-BE49-F238E27FC236}">
                <a16:creationId xmlns:a16="http://schemas.microsoft.com/office/drawing/2014/main" id="{DE1FAA6F-E1A1-FE19-FC91-8494BF12B00B}"/>
              </a:ext>
            </a:extLst>
          </p:cNvPr>
          <p:cNvCxnSpPr>
            <a:cxnSpLocks/>
          </p:cNvCxnSpPr>
          <p:nvPr/>
        </p:nvCxnSpPr>
        <p:spPr>
          <a:xfrm>
            <a:off x="18099469" y="1756302"/>
            <a:ext cx="0" cy="67577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文本框 354">
            <a:extLst>
              <a:ext uri="{FF2B5EF4-FFF2-40B4-BE49-F238E27FC236}">
                <a16:creationId xmlns:a16="http://schemas.microsoft.com/office/drawing/2014/main" id="{A5A3EFBE-3DAA-D75B-A6C0-C97377651DEB}"/>
              </a:ext>
            </a:extLst>
          </p:cNvPr>
          <p:cNvSpPr txBox="1"/>
          <p:nvPr/>
        </p:nvSpPr>
        <p:spPr>
          <a:xfrm>
            <a:off x="16120552" y="4027938"/>
            <a:ext cx="3049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Pre-trained generative</a:t>
            </a:r>
            <a:r>
              <a: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chemical space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A85A35-FA36-B250-6F7B-DDD69A8C7828}"/>
              </a:ext>
            </a:extLst>
          </p:cNvPr>
          <p:cNvSpPr/>
          <p:nvPr/>
        </p:nvSpPr>
        <p:spPr>
          <a:xfrm>
            <a:off x="89160" y="5382149"/>
            <a:ext cx="11916081" cy="5093018"/>
          </a:xfrm>
          <a:prstGeom prst="roundRect">
            <a:avLst>
              <a:gd name="adj" fmla="val 10022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530719B-98A8-FAED-EE36-8F3C84966CF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266" t="4718" r="14122" b="12166"/>
          <a:stretch>
            <a:fillRect/>
          </a:stretch>
        </p:blipFill>
        <p:spPr>
          <a:xfrm>
            <a:off x="324403" y="6892455"/>
            <a:ext cx="1838296" cy="2163826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F7E78972-4DCA-7633-8A5B-A264F16D7308}"/>
              </a:ext>
            </a:extLst>
          </p:cNvPr>
          <p:cNvSpPr txBox="1"/>
          <p:nvPr/>
        </p:nvSpPr>
        <p:spPr>
          <a:xfrm>
            <a:off x="179948" y="9104314"/>
            <a:ext cx="2413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Open-source dataset</a:t>
            </a:r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7332C8D3-4DD0-B25C-4AD2-010BB16CD1D0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162699" y="7974368"/>
            <a:ext cx="78830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F6F4A6DB-A59B-9A83-4FB6-C40A6C36C775}"/>
              </a:ext>
            </a:extLst>
          </p:cNvPr>
          <p:cNvSpPr/>
          <p:nvPr/>
        </p:nvSpPr>
        <p:spPr>
          <a:xfrm>
            <a:off x="2959174" y="6013981"/>
            <a:ext cx="5130083" cy="4289873"/>
          </a:xfrm>
          <a:prstGeom prst="roundRect">
            <a:avLst>
              <a:gd name="adj" fmla="val 3752"/>
            </a:avLst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C2539E49-0B8A-910D-4F05-3170BA2EAF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014" t="14152" r="21664" b="11956"/>
          <a:stretch>
            <a:fillRect/>
          </a:stretch>
        </p:blipFill>
        <p:spPr>
          <a:xfrm>
            <a:off x="3107974" y="6256849"/>
            <a:ext cx="1396966" cy="1207332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C705A9E5-C5D8-DED6-6FC9-54E1DDE9401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3004" t="10391" r="24434"/>
          <a:stretch>
            <a:fillRect/>
          </a:stretch>
        </p:blipFill>
        <p:spPr>
          <a:xfrm>
            <a:off x="4571285" y="6093594"/>
            <a:ext cx="1166745" cy="1356865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AA84C53D-13BA-010B-3BAF-F8795363917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951" t="12338" r="21777" b="17285"/>
          <a:stretch>
            <a:fillRect/>
          </a:stretch>
        </p:blipFill>
        <p:spPr>
          <a:xfrm>
            <a:off x="5758431" y="6177763"/>
            <a:ext cx="1541653" cy="1188526"/>
          </a:xfrm>
          <a:prstGeom prst="rect">
            <a:avLst/>
          </a:prstGeom>
        </p:spPr>
      </p:pic>
      <p:sp>
        <p:nvSpPr>
          <p:cNvPr id="98" name="圆角矩形 97">
            <a:extLst>
              <a:ext uri="{FF2B5EF4-FFF2-40B4-BE49-F238E27FC236}">
                <a16:creationId xmlns:a16="http://schemas.microsoft.com/office/drawing/2014/main" id="{80698FC8-91DD-D0DE-09A2-858089F90272}"/>
              </a:ext>
            </a:extLst>
          </p:cNvPr>
          <p:cNvSpPr/>
          <p:nvPr/>
        </p:nvSpPr>
        <p:spPr>
          <a:xfrm>
            <a:off x="7539384" y="8204886"/>
            <a:ext cx="567130" cy="211332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55EBAF45-1B6A-4F90-1179-FFC0255E71AA}"/>
              </a:ext>
            </a:extLst>
          </p:cNvPr>
          <p:cNvSpPr/>
          <p:nvPr/>
        </p:nvSpPr>
        <p:spPr>
          <a:xfrm>
            <a:off x="7532327" y="5996729"/>
            <a:ext cx="567130" cy="24315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82A9EACA-8B15-E7AF-6FAD-1594952DD68D}"/>
              </a:ext>
            </a:extLst>
          </p:cNvPr>
          <p:cNvSpPr txBox="1"/>
          <p:nvPr/>
        </p:nvSpPr>
        <p:spPr>
          <a:xfrm rot="16200000">
            <a:off x="6669996" y="7060436"/>
            <a:ext cx="230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set encoder</a:t>
            </a:r>
            <a:endParaRPr kumimoji="1" lang="zh-CN" altLang="en-US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FECFAD7-F6EE-BFDA-9EBC-C438FEE9C162}"/>
              </a:ext>
            </a:extLst>
          </p:cNvPr>
          <p:cNvSpPr txBox="1"/>
          <p:nvPr/>
        </p:nvSpPr>
        <p:spPr>
          <a:xfrm rot="16200000">
            <a:off x="6981542" y="9152548"/>
            <a:ext cx="168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SMILES</a:t>
            </a:r>
            <a:endParaRPr kumimoji="1" lang="zh-CN" altLang="en-US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4D4FACC7-85B5-A4F8-D3A4-E75CD832EC87}"/>
              </a:ext>
            </a:extLst>
          </p:cNvPr>
          <p:cNvSpPr txBox="1"/>
          <p:nvPr/>
        </p:nvSpPr>
        <p:spPr>
          <a:xfrm>
            <a:off x="6913702" y="8967882"/>
            <a:ext cx="61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0000F53-5147-0263-D9FA-87B53E734481}"/>
              </a:ext>
            </a:extLst>
          </p:cNvPr>
          <p:cNvSpPr txBox="1"/>
          <p:nvPr/>
        </p:nvSpPr>
        <p:spPr>
          <a:xfrm>
            <a:off x="3350665" y="7579505"/>
            <a:ext cx="377749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set</a:t>
            </a:r>
            <a:r>
              <a:rPr kumimoji="1" lang="zh-CN" altLang="en-US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1" lang="zh-CN" altLang="en-US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molecules pairs</a:t>
            </a:r>
          </a:p>
        </p:txBody>
      </p: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1A1193BA-0567-8E46-19C5-2B66BF46DC43}"/>
              </a:ext>
            </a:extLst>
          </p:cNvPr>
          <p:cNvCxnSpPr>
            <a:cxnSpLocks/>
            <a:stCxn id="97" idx="0"/>
          </p:cNvCxnSpPr>
          <p:nvPr/>
        </p:nvCxnSpPr>
        <p:spPr>
          <a:xfrm flipV="1">
            <a:off x="7815892" y="4555284"/>
            <a:ext cx="0" cy="14414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FFBA8FB-424C-041D-3462-757FBE119903}"/>
              </a:ext>
            </a:extLst>
          </p:cNvPr>
          <p:cNvSpPr txBox="1"/>
          <p:nvPr/>
        </p:nvSpPr>
        <p:spPr>
          <a:xfrm>
            <a:off x="5827848" y="5028922"/>
            <a:ext cx="1988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Cross-attention</a:t>
            </a:r>
          </a:p>
        </p:txBody>
      </p:sp>
      <p:cxnSp>
        <p:nvCxnSpPr>
          <p:cNvPr id="113" name="直线箭头连接符 112">
            <a:extLst>
              <a:ext uri="{FF2B5EF4-FFF2-40B4-BE49-F238E27FC236}">
                <a16:creationId xmlns:a16="http://schemas.microsoft.com/office/drawing/2014/main" id="{8626C207-1307-2EE9-2E8A-37CAFCF072F3}"/>
              </a:ext>
            </a:extLst>
          </p:cNvPr>
          <p:cNvCxnSpPr>
            <a:cxnSpLocks/>
          </p:cNvCxnSpPr>
          <p:nvPr/>
        </p:nvCxnSpPr>
        <p:spPr>
          <a:xfrm>
            <a:off x="8107444" y="8969086"/>
            <a:ext cx="9044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7BA6C98F-79B3-3B43-6A4B-C07E319FF36D}"/>
              </a:ext>
            </a:extLst>
          </p:cNvPr>
          <p:cNvCxnSpPr>
            <a:cxnSpLocks/>
          </p:cNvCxnSpPr>
          <p:nvPr/>
        </p:nvCxnSpPr>
        <p:spPr>
          <a:xfrm>
            <a:off x="8347957" y="4555284"/>
            <a:ext cx="1" cy="44138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A3B73D4-AB74-A6C6-AFC9-E3A3CD036D74}"/>
              </a:ext>
            </a:extLst>
          </p:cNvPr>
          <p:cNvSpPr txBox="1"/>
          <p:nvPr/>
        </p:nvSpPr>
        <p:spPr>
          <a:xfrm rot="16200000">
            <a:off x="7036908" y="6667459"/>
            <a:ext cx="304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Next token prediction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F9748E6A-2F60-4F81-B7D1-79979167B438}"/>
              </a:ext>
            </a:extLst>
          </p:cNvPr>
          <p:cNvSpPr txBox="1"/>
          <p:nvPr/>
        </p:nvSpPr>
        <p:spPr>
          <a:xfrm>
            <a:off x="533362" y="5486938"/>
            <a:ext cx="6186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B. Open-source Data Finetuning</a:t>
            </a:r>
          </a:p>
        </p:txBody>
      </p:sp>
      <p:pic>
        <p:nvPicPr>
          <p:cNvPr id="208" name="图片 207">
            <a:extLst>
              <a:ext uri="{FF2B5EF4-FFF2-40B4-BE49-F238E27FC236}">
                <a16:creationId xmlns:a16="http://schemas.microsoft.com/office/drawing/2014/main" id="{39CDF137-F832-890C-DAD5-95F6B93BE3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849" y="1842468"/>
            <a:ext cx="2803711" cy="1963733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4B47E8C1-3279-2B53-3BD4-7870F5F7B5F8}"/>
              </a:ext>
            </a:extLst>
          </p:cNvPr>
          <p:cNvGrpSpPr/>
          <p:nvPr/>
        </p:nvGrpSpPr>
        <p:grpSpPr>
          <a:xfrm>
            <a:off x="17784410" y="968966"/>
            <a:ext cx="1821600" cy="779396"/>
            <a:chOff x="19489616" y="7828382"/>
            <a:chExt cx="1821600" cy="779396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6792C61-A02E-038C-0456-3C3082A01142}"/>
                </a:ext>
              </a:extLst>
            </p:cNvPr>
            <p:cNvSpPr/>
            <p:nvPr/>
          </p:nvSpPr>
          <p:spPr>
            <a:xfrm>
              <a:off x="19489616" y="7830178"/>
              <a:ext cx="1821600" cy="7776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09" name="图片 208">
              <a:extLst>
                <a:ext uri="{FF2B5EF4-FFF2-40B4-BE49-F238E27FC236}">
                  <a16:creationId xmlns:a16="http://schemas.microsoft.com/office/drawing/2014/main" id="{BB0CCDDA-C39D-34FF-BA54-E5242208A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496336" y="7828382"/>
              <a:ext cx="1814880" cy="779396"/>
            </a:xfrm>
            <a:prstGeom prst="rect">
              <a:avLst/>
            </a:prstGeom>
            <a:ln w="19050">
              <a:noFill/>
              <a:prstDash val="sysDash"/>
            </a:ln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5FC6A5B-679E-3B88-E7A0-BB04AD488C11}"/>
              </a:ext>
            </a:extLst>
          </p:cNvPr>
          <p:cNvGrpSpPr/>
          <p:nvPr/>
        </p:nvGrpSpPr>
        <p:grpSpPr>
          <a:xfrm>
            <a:off x="15539237" y="1256180"/>
            <a:ext cx="1812105" cy="688805"/>
            <a:chOff x="19331798" y="4853996"/>
            <a:chExt cx="1812105" cy="6888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71F99D8-B8A2-1EA2-AAAE-F197B8EC7882}"/>
                </a:ext>
              </a:extLst>
            </p:cNvPr>
            <p:cNvSpPr/>
            <p:nvPr/>
          </p:nvSpPr>
          <p:spPr>
            <a:xfrm>
              <a:off x="19331800" y="4859233"/>
              <a:ext cx="1812103" cy="6835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C8ADEE78-E902-0A53-8250-7844BD1EA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9331798" y="4853996"/>
              <a:ext cx="1795408" cy="688805"/>
            </a:xfrm>
            <a:prstGeom prst="rect">
              <a:avLst/>
            </a:prstGeom>
            <a:ln w="19050">
              <a:noFill/>
              <a:prstDash val="sysDash"/>
            </a:ln>
          </p:spPr>
        </p:pic>
      </p:grpSp>
      <p:pic>
        <p:nvPicPr>
          <p:cNvPr id="211" name="图片 210">
            <a:extLst>
              <a:ext uri="{FF2B5EF4-FFF2-40B4-BE49-F238E27FC236}">
                <a16:creationId xmlns:a16="http://schemas.microsoft.com/office/drawing/2014/main" id="{37BA01BD-916D-AA0B-5C56-73D9D709D8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2685" y="7923790"/>
            <a:ext cx="1498600" cy="1308100"/>
          </a:xfrm>
          <a:prstGeom prst="rect">
            <a:avLst/>
          </a:prstGeom>
        </p:spPr>
      </p:pic>
      <p:pic>
        <p:nvPicPr>
          <p:cNvPr id="212" name="图片 211">
            <a:extLst>
              <a:ext uri="{FF2B5EF4-FFF2-40B4-BE49-F238E27FC236}">
                <a16:creationId xmlns:a16="http://schemas.microsoft.com/office/drawing/2014/main" id="{C3A0043F-31CB-297C-5842-5F988F7713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95280" y="8934818"/>
            <a:ext cx="1498600" cy="1270000"/>
          </a:xfrm>
          <a:prstGeom prst="rect">
            <a:avLst/>
          </a:prstGeom>
        </p:spPr>
      </p:pic>
      <p:pic>
        <p:nvPicPr>
          <p:cNvPr id="214" name="图片 213">
            <a:extLst>
              <a:ext uri="{FF2B5EF4-FFF2-40B4-BE49-F238E27FC236}">
                <a16:creationId xmlns:a16="http://schemas.microsoft.com/office/drawing/2014/main" id="{E57B0EC6-4EE0-A2C4-C0C9-0910FD765E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60621" y="8083062"/>
            <a:ext cx="1536700" cy="1016000"/>
          </a:xfrm>
          <a:prstGeom prst="rect">
            <a:avLst/>
          </a:prstGeom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67C77A04-285E-DAFF-ED5A-5BEF84C3740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9002" y="8118283"/>
            <a:ext cx="736600" cy="1993900"/>
          </a:xfrm>
          <a:prstGeom prst="rect">
            <a:avLst/>
          </a:prstGeom>
        </p:spPr>
      </p:pic>
      <p:cxnSp>
        <p:nvCxnSpPr>
          <p:cNvPr id="217" name="直线连接符 216">
            <a:extLst>
              <a:ext uri="{FF2B5EF4-FFF2-40B4-BE49-F238E27FC236}">
                <a16:creationId xmlns:a16="http://schemas.microsoft.com/office/drawing/2014/main" id="{87A948BC-DB9C-AD2C-E8AE-563D24A03156}"/>
              </a:ext>
            </a:extLst>
          </p:cNvPr>
          <p:cNvCxnSpPr>
            <a:cxnSpLocks/>
          </p:cNvCxnSpPr>
          <p:nvPr/>
        </p:nvCxnSpPr>
        <p:spPr>
          <a:xfrm>
            <a:off x="11061031" y="6892455"/>
            <a:ext cx="0" cy="875025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五角星 220">
            <a:extLst>
              <a:ext uri="{FF2B5EF4-FFF2-40B4-BE49-F238E27FC236}">
                <a16:creationId xmlns:a16="http://schemas.microsoft.com/office/drawing/2014/main" id="{5B4AE850-A173-F823-9305-7F76505382B7}"/>
              </a:ext>
            </a:extLst>
          </p:cNvPr>
          <p:cNvSpPr/>
          <p:nvPr/>
        </p:nvSpPr>
        <p:spPr>
          <a:xfrm>
            <a:off x="16459912" y="2584944"/>
            <a:ext cx="286603" cy="282378"/>
          </a:xfrm>
          <a:prstGeom prst="star5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</a:endParaRPr>
          </a:p>
        </p:txBody>
      </p:sp>
      <p:sp>
        <p:nvSpPr>
          <p:cNvPr id="222" name="五角星 221">
            <a:extLst>
              <a:ext uri="{FF2B5EF4-FFF2-40B4-BE49-F238E27FC236}">
                <a16:creationId xmlns:a16="http://schemas.microsoft.com/office/drawing/2014/main" id="{DEE55F69-A3FE-D1C1-A284-E4461C2018F2}"/>
              </a:ext>
            </a:extLst>
          </p:cNvPr>
          <p:cNvSpPr/>
          <p:nvPr/>
        </p:nvSpPr>
        <p:spPr>
          <a:xfrm>
            <a:off x="17958033" y="2288767"/>
            <a:ext cx="286603" cy="282378"/>
          </a:xfrm>
          <a:prstGeom prst="star5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</a:endParaRPr>
          </a:p>
        </p:txBody>
      </p:sp>
      <p:sp>
        <p:nvSpPr>
          <p:cNvPr id="223" name="五角星 222">
            <a:extLst>
              <a:ext uri="{FF2B5EF4-FFF2-40B4-BE49-F238E27FC236}">
                <a16:creationId xmlns:a16="http://schemas.microsoft.com/office/drawing/2014/main" id="{14C8F32C-CB63-C5FD-DC6D-02C6A7FE36E3}"/>
              </a:ext>
            </a:extLst>
          </p:cNvPr>
          <p:cNvSpPr/>
          <p:nvPr/>
        </p:nvSpPr>
        <p:spPr>
          <a:xfrm>
            <a:off x="10898844" y="7582842"/>
            <a:ext cx="286603" cy="282378"/>
          </a:xfrm>
          <a:prstGeom prst="star5">
            <a:avLst/>
          </a:prstGeom>
          <a:solidFill>
            <a:srgbClr val="978DC3"/>
          </a:solidFill>
          <a:ln>
            <a:solidFill>
              <a:srgbClr val="7667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9388C1"/>
              </a:solidFill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D3B1F181-591E-CEE8-52B9-20A3898025FD}"/>
              </a:ext>
            </a:extLst>
          </p:cNvPr>
          <p:cNvSpPr txBox="1"/>
          <p:nvPr/>
        </p:nvSpPr>
        <p:spPr>
          <a:xfrm>
            <a:off x="8411995" y="9546605"/>
            <a:ext cx="3593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Data-rich condition enables broad exploration</a:t>
            </a:r>
          </a:p>
        </p:txBody>
      </p:sp>
      <p:pic>
        <p:nvPicPr>
          <p:cNvPr id="1534" name="图形 1533">
            <a:extLst>
              <a:ext uri="{FF2B5EF4-FFF2-40B4-BE49-F238E27FC236}">
                <a16:creationId xmlns:a16="http://schemas.microsoft.com/office/drawing/2014/main" id="{B3273613-EDB7-84C6-D265-A9D141567D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8241" t="19604" r="1165" b="18369"/>
          <a:stretch>
            <a:fillRect/>
          </a:stretch>
        </p:blipFill>
        <p:spPr>
          <a:xfrm>
            <a:off x="8201110" y="15954070"/>
            <a:ext cx="3218565" cy="2757568"/>
          </a:xfrm>
          <a:prstGeom prst="rect">
            <a:avLst/>
          </a:prstGeom>
        </p:spPr>
      </p:pic>
      <p:sp>
        <p:nvSpPr>
          <p:cNvPr id="1535" name="文本框 1534">
            <a:extLst>
              <a:ext uri="{FF2B5EF4-FFF2-40B4-BE49-F238E27FC236}">
                <a16:creationId xmlns:a16="http://schemas.microsoft.com/office/drawing/2014/main" id="{C0DFC2F5-BD10-E5DC-C400-8EE46C9A8057}"/>
              </a:ext>
            </a:extLst>
          </p:cNvPr>
          <p:cNvSpPr txBox="1"/>
          <p:nvPr/>
        </p:nvSpPr>
        <p:spPr>
          <a:xfrm>
            <a:off x="8103793" y="14030318"/>
            <a:ext cx="3413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Data-sparse condition restricts exploration range</a:t>
            </a:r>
            <a:endParaRPr kumimoji="1"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" name="文本框 1535">
            <a:extLst>
              <a:ext uri="{FF2B5EF4-FFF2-40B4-BE49-F238E27FC236}">
                <a16:creationId xmlns:a16="http://schemas.microsoft.com/office/drawing/2014/main" id="{CEC1D77D-A79F-43BF-F5ED-30DDB5FB460B}"/>
              </a:ext>
            </a:extLst>
          </p:cNvPr>
          <p:cNvSpPr txBox="1"/>
          <p:nvPr/>
        </p:nvSpPr>
        <p:spPr>
          <a:xfrm>
            <a:off x="7868506" y="18727695"/>
            <a:ext cx="3883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SPRi supplement restores conditional exploration range</a:t>
            </a:r>
            <a:endParaRPr kumimoji="1"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8" name="组合 677">
            <a:extLst>
              <a:ext uri="{FF2B5EF4-FFF2-40B4-BE49-F238E27FC236}">
                <a16:creationId xmlns:a16="http://schemas.microsoft.com/office/drawing/2014/main" id="{2C7A47F1-C7A0-37EE-F48B-764766EA34B1}"/>
              </a:ext>
            </a:extLst>
          </p:cNvPr>
          <p:cNvGrpSpPr/>
          <p:nvPr/>
        </p:nvGrpSpPr>
        <p:grpSpPr>
          <a:xfrm>
            <a:off x="16602143" y="15640953"/>
            <a:ext cx="961356" cy="320464"/>
            <a:chOff x="2826931" y="15262837"/>
            <a:chExt cx="961356" cy="320464"/>
          </a:xfrm>
          <a:solidFill>
            <a:schemeClr val="bg1">
              <a:lumMod val="75000"/>
            </a:schemeClr>
          </a:solidFill>
        </p:grpSpPr>
        <p:grpSp>
          <p:nvGrpSpPr>
            <p:cNvPr id="679" name="组合 678">
              <a:extLst>
                <a:ext uri="{FF2B5EF4-FFF2-40B4-BE49-F238E27FC236}">
                  <a16:creationId xmlns:a16="http://schemas.microsoft.com/office/drawing/2014/main" id="{FCB20500-334C-0051-AC8A-11CACC2C2333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89" name="组合 688">
                <a:extLst>
                  <a:ext uri="{FF2B5EF4-FFF2-40B4-BE49-F238E27FC236}">
                    <a16:creationId xmlns:a16="http://schemas.microsoft.com/office/drawing/2014/main" id="{8AA6D2CB-5C22-6152-0A0A-2D4827AA1E16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94" name="矩形 693">
                  <a:extLst>
                    <a:ext uri="{FF2B5EF4-FFF2-40B4-BE49-F238E27FC236}">
                      <a16:creationId xmlns:a16="http://schemas.microsoft.com/office/drawing/2014/main" id="{2B15C22C-092E-7D8E-2886-F26501058C5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95" name="矩形 694">
                  <a:extLst>
                    <a:ext uri="{FF2B5EF4-FFF2-40B4-BE49-F238E27FC236}">
                      <a16:creationId xmlns:a16="http://schemas.microsoft.com/office/drawing/2014/main" id="{F9BB9851-7D3B-A8D8-7323-B3E70E6F75A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96" name="矩形 695">
                  <a:extLst>
                    <a:ext uri="{FF2B5EF4-FFF2-40B4-BE49-F238E27FC236}">
                      <a16:creationId xmlns:a16="http://schemas.microsoft.com/office/drawing/2014/main" id="{A144505E-D2D7-868E-25C3-89C074A3907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90" name="组合 689">
                <a:extLst>
                  <a:ext uri="{FF2B5EF4-FFF2-40B4-BE49-F238E27FC236}">
                    <a16:creationId xmlns:a16="http://schemas.microsoft.com/office/drawing/2014/main" id="{43E487FF-B44E-8982-7214-27E7B8FBE293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91" name="矩形 690">
                  <a:extLst>
                    <a:ext uri="{FF2B5EF4-FFF2-40B4-BE49-F238E27FC236}">
                      <a16:creationId xmlns:a16="http://schemas.microsoft.com/office/drawing/2014/main" id="{DB57EE27-3486-5A41-E148-A69E07468E9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92" name="矩形 691">
                  <a:extLst>
                    <a:ext uri="{FF2B5EF4-FFF2-40B4-BE49-F238E27FC236}">
                      <a16:creationId xmlns:a16="http://schemas.microsoft.com/office/drawing/2014/main" id="{A31AD53B-44FC-D9B4-3659-D60379A5572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93" name="矩形 692">
                  <a:extLst>
                    <a:ext uri="{FF2B5EF4-FFF2-40B4-BE49-F238E27FC236}">
                      <a16:creationId xmlns:a16="http://schemas.microsoft.com/office/drawing/2014/main" id="{B101A091-58DC-B23B-8DED-E855401E961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680" name="组合 679">
              <a:extLst>
                <a:ext uri="{FF2B5EF4-FFF2-40B4-BE49-F238E27FC236}">
                  <a16:creationId xmlns:a16="http://schemas.microsoft.com/office/drawing/2014/main" id="{35A2CE21-8A58-BA7E-EF56-C87793DB719E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81" name="组合 680">
                <a:extLst>
                  <a:ext uri="{FF2B5EF4-FFF2-40B4-BE49-F238E27FC236}">
                    <a16:creationId xmlns:a16="http://schemas.microsoft.com/office/drawing/2014/main" id="{4F8C67BF-0A7A-122F-947F-D945DB71BA1B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86" name="矩形 685">
                  <a:extLst>
                    <a:ext uri="{FF2B5EF4-FFF2-40B4-BE49-F238E27FC236}">
                      <a16:creationId xmlns:a16="http://schemas.microsoft.com/office/drawing/2014/main" id="{6315233C-FA18-E6F5-9BC9-FB5629956D4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87" name="矩形 686">
                  <a:extLst>
                    <a:ext uri="{FF2B5EF4-FFF2-40B4-BE49-F238E27FC236}">
                      <a16:creationId xmlns:a16="http://schemas.microsoft.com/office/drawing/2014/main" id="{C3864D30-DE35-A22B-71CB-F358EB7DCA8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88" name="矩形 687">
                  <a:extLst>
                    <a:ext uri="{FF2B5EF4-FFF2-40B4-BE49-F238E27FC236}">
                      <a16:creationId xmlns:a16="http://schemas.microsoft.com/office/drawing/2014/main" id="{816C7505-2FB1-464F-BE30-261F9595863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82" name="组合 681">
                <a:extLst>
                  <a:ext uri="{FF2B5EF4-FFF2-40B4-BE49-F238E27FC236}">
                    <a16:creationId xmlns:a16="http://schemas.microsoft.com/office/drawing/2014/main" id="{95857D3F-BA12-3C23-8277-46BC824BF781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83" name="矩形 682">
                  <a:extLst>
                    <a:ext uri="{FF2B5EF4-FFF2-40B4-BE49-F238E27FC236}">
                      <a16:creationId xmlns:a16="http://schemas.microsoft.com/office/drawing/2014/main" id="{A7F91137-13E2-C797-B4DC-16C67AEE8DB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84" name="矩形 683">
                  <a:extLst>
                    <a:ext uri="{FF2B5EF4-FFF2-40B4-BE49-F238E27FC236}">
                      <a16:creationId xmlns:a16="http://schemas.microsoft.com/office/drawing/2014/main" id="{B6FBF4CA-C98E-6AA9-D158-4434851149F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85" name="矩形 684">
                  <a:extLst>
                    <a:ext uri="{FF2B5EF4-FFF2-40B4-BE49-F238E27FC236}">
                      <a16:creationId xmlns:a16="http://schemas.microsoft.com/office/drawing/2014/main" id="{20AD6686-1B6A-C88B-7E5A-3EBEF4C50BD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sp>
        <p:nvSpPr>
          <p:cNvPr id="237" name="圆角矩形 236">
            <a:extLst>
              <a:ext uri="{FF2B5EF4-FFF2-40B4-BE49-F238E27FC236}">
                <a16:creationId xmlns:a16="http://schemas.microsoft.com/office/drawing/2014/main" id="{FA4B8C2C-3705-D18F-44DA-E7721EE2786B}"/>
              </a:ext>
            </a:extLst>
          </p:cNvPr>
          <p:cNvSpPr/>
          <p:nvPr/>
        </p:nvSpPr>
        <p:spPr>
          <a:xfrm>
            <a:off x="12295719" y="5382149"/>
            <a:ext cx="9048157" cy="14317208"/>
          </a:xfrm>
          <a:prstGeom prst="roundRect">
            <a:avLst>
              <a:gd name="adj" fmla="val 4511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ACC580BB-C298-8F23-ECA0-41BDF7B271E5}"/>
              </a:ext>
            </a:extLst>
          </p:cNvPr>
          <p:cNvSpPr txBox="1"/>
          <p:nvPr/>
        </p:nvSpPr>
        <p:spPr>
          <a:xfrm>
            <a:off x="12530962" y="5567118"/>
            <a:ext cx="6186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D. Target Set Encoder</a:t>
            </a:r>
          </a:p>
        </p:txBody>
      </p:sp>
      <p:pic>
        <p:nvPicPr>
          <p:cNvPr id="241" name="图片 240">
            <a:extLst>
              <a:ext uri="{FF2B5EF4-FFF2-40B4-BE49-F238E27FC236}">
                <a16:creationId xmlns:a16="http://schemas.microsoft.com/office/drawing/2014/main" id="{EE11E52C-EDBF-9CDE-A3BF-C652F62CE46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014" t="14152" r="21664" b="11956"/>
          <a:stretch>
            <a:fillRect/>
          </a:stretch>
        </p:blipFill>
        <p:spPr>
          <a:xfrm>
            <a:off x="13729559" y="6129133"/>
            <a:ext cx="1874984" cy="1620460"/>
          </a:xfrm>
          <a:prstGeom prst="rect">
            <a:avLst/>
          </a:prstGeom>
        </p:spPr>
      </p:pic>
      <p:pic>
        <p:nvPicPr>
          <p:cNvPr id="242" name="图片 241">
            <a:extLst>
              <a:ext uri="{FF2B5EF4-FFF2-40B4-BE49-F238E27FC236}">
                <a16:creationId xmlns:a16="http://schemas.microsoft.com/office/drawing/2014/main" id="{1DC59ED5-DC22-60DE-F55A-4FCD3C2EBE8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3004" t="10391" r="24434"/>
          <a:stretch>
            <a:fillRect/>
          </a:stretch>
        </p:blipFill>
        <p:spPr>
          <a:xfrm>
            <a:off x="16353776" y="6028783"/>
            <a:ext cx="1565985" cy="1821161"/>
          </a:xfrm>
          <a:prstGeom prst="rect">
            <a:avLst/>
          </a:prstGeom>
        </p:spPr>
      </p:pic>
      <p:pic>
        <p:nvPicPr>
          <p:cNvPr id="243" name="图片 242">
            <a:extLst>
              <a:ext uri="{FF2B5EF4-FFF2-40B4-BE49-F238E27FC236}">
                <a16:creationId xmlns:a16="http://schemas.microsoft.com/office/drawing/2014/main" id="{7C1A9F1B-3591-A10A-D808-1C220F7C38F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951" t="12338" r="21777" b="17285"/>
          <a:stretch>
            <a:fillRect/>
          </a:stretch>
        </p:blipFill>
        <p:spPr>
          <a:xfrm>
            <a:off x="18668994" y="6141754"/>
            <a:ext cx="2069180" cy="1595219"/>
          </a:xfrm>
          <a:prstGeom prst="rect">
            <a:avLst/>
          </a:prstGeom>
        </p:spPr>
      </p:pic>
      <p:sp>
        <p:nvSpPr>
          <p:cNvPr id="245" name="圆角矩形 244">
            <a:extLst>
              <a:ext uri="{FF2B5EF4-FFF2-40B4-BE49-F238E27FC236}">
                <a16:creationId xmlns:a16="http://schemas.microsoft.com/office/drawing/2014/main" id="{EC2948B1-7F26-DEA9-4033-08C526BDB011}"/>
              </a:ext>
            </a:extLst>
          </p:cNvPr>
          <p:cNvSpPr/>
          <p:nvPr/>
        </p:nvSpPr>
        <p:spPr>
          <a:xfrm>
            <a:off x="13447411" y="7893842"/>
            <a:ext cx="7587300" cy="615356"/>
          </a:xfrm>
          <a:prstGeom prst="roundRect">
            <a:avLst>
              <a:gd name="adj" fmla="val 7982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ESM-C 6B</a:t>
            </a:r>
            <a:endParaRPr kumimoji="1" lang="zh-CN" altLang="en-US" sz="24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FB43731D-77D9-2A65-40DB-B82166CBE63D}"/>
              </a:ext>
            </a:extLst>
          </p:cNvPr>
          <p:cNvCxnSpPr>
            <a:cxnSpLocks/>
          </p:cNvCxnSpPr>
          <p:nvPr/>
        </p:nvCxnSpPr>
        <p:spPr>
          <a:xfrm>
            <a:off x="14667051" y="8945990"/>
            <a:ext cx="0" cy="93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直线箭头连接符 256">
            <a:extLst>
              <a:ext uri="{FF2B5EF4-FFF2-40B4-BE49-F238E27FC236}">
                <a16:creationId xmlns:a16="http://schemas.microsoft.com/office/drawing/2014/main" id="{F59343E9-3A13-51B9-6BF7-DDD62268B2E1}"/>
              </a:ext>
            </a:extLst>
          </p:cNvPr>
          <p:cNvCxnSpPr>
            <a:cxnSpLocks/>
          </p:cNvCxnSpPr>
          <p:nvPr/>
        </p:nvCxnSpPr>
        <p:spPr>
          <a:xfrm>
            <a:off x="17078183" y="8945990"/>
            <a:ext cx="0" cy="93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直线箭头连接符 257">
            <a:extLst>
              <a:ext uri="{FF2B5EF4-FFF2-40B4-BE49-F238E27FC236}">
                <a16:creationId xmlns:a16="http://schemas.microsoft.com/office/drawing/2014/main" id="{7EEAB5D2-0AC7-686F-ACFB-D9671AA35785}"/>
              </a:ext>
            </a:extLst>
          </p:cNvPr>
          <p:cNvCxnSpPr>
            <a:cxnSpLocks/>
          </p:cNvCxnSpPr>
          <p:nvPr/>
        </p:nvCxnSpPr>
        <p:spPr>
          <a:xfrm>
            <a:off x="19835799" y="8945990"/>
            <a:ext cx="0" cy="93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9" name="组合 328">
            <a:extLst>
              <a:ext uri="{FF2B5EF4-FFF2-40B4-BE49-F238E27FC236}">
                <a16:creationId xmlns:a16="http://schemas.microsoft.com/office/drawing/2014/main" id="{7B1A2A35-1D5F-E66C-C4F7-EF3BF7E4E4CD}"/>
              </a:ext>
            </a:extLst>
          </p:cNvPr>
          <p:cNvGrpSpPr/>
          <p:nvPr/>
        </p:nvGrpSpPr>
        <p:grpSpPr>
          <a:xfrm>
            <a:off x="14186373" y="9947016"/>
            <a:ext cx="961356" cy="481098"/>
            <a:chOff x="2826931" y="15262837"/>
            <a:chExt cx="961356" cy="481098"/>
          </a:xfrm>
          <a:solidFill>
            <a:srgbClr val="47F9C6"/>
          </a:solidFill>
        </p:grpSpPr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4ECB4B59-95B2-1BB3-D5BD-24D07B455699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265" name="组合 264">
                <a:extLst>
                  <a:ext uri="{FF2B5EF4-FFF2-40B4-BE49-F238E27FC236}">
                    <a16:creationId xmlns:a16="http://schemas.microsoft.com/office/drawing/2014/main" id="{3A98C67D-8770-E329-0DFB-8962D2C2D576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B9CB6F11-0CA5-DEDC-66FB-C1992C2E915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123D9D86-87AE-1FC1-B094-E32296CC549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19F59D6E-F23A-08CB-7CDB-221B28AAD26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266" name="组合 265">
                <a:extLst>
                  <a:ext uri="{FF2B5EF4-FFF2-40B4-BE49-F238E27FC236}">
                    <a16:creationId xmlns:a16="http://schemas.microsoft.com/office/drawing/2014/main" id="{D776CAD4-7CF0-E26A-82BB-702F408855F0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267" name="矩形 266">
                  <a:extLst>
                    <a:ext uri="{FF2B5EF4-FFF2-40B4-BE49-F238E27FC236}">
                      <a16:creationId xmlns:a16="http://schemas.microsoft.com/office/drawing/2014/main" id="{0663013A-F383-D943-CC6F-69EA7A5FA649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8" name="矩形 267">
                  <a:extLst>
                    <a:ext uri="{FF2B5EF4-FFF2-40B4-BE49-F238E27FC236}">
                      <a16:creationId xmlns:a16="http://schemas.microsoft.com/office/drawing/2014/main" id="{49EED2D8-70E9-174C-9F33-A603FAB649E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78" name="矩形 277">
                  <a:extLst>
                    <a:ext uri="{FF2B5EF4-FFF2-40B4-BE49-F238E27FC236}">
                      <a16:creationId xmlns:a16="http://schemas.microsoft.com/office/drawing/2014/main" id="{1C26BDE2-6BF0-3670-026E-43698C2D601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279" name="组合 278">
                <a:extLst>
                  <a:ext uri="{FF2B5EF4-FFF2-40B4-BE49-F238E27FC236}">
                    <a16:creationId xmlns:a16="http://schemas.microsoft.com/office/drawing/2014/main" id="{F19FA0BA-5377-45F3-7530-045561F24B3B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280" name="矩形 279">
                  <a:extLst>
                    <a:ext uri="{FF2B5EF4-FFF2-40B4-BE49-F238E27FC236}">
                      <a16:creationId xmlns:a16="http://schemas.microsoft.com/office/drawing/2014/main" id="{1674DFEE-275E-2315-CDD9-B3228E2BB916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90" name="矩形 289">
                  <a:extLst>
                    <a:ext uri="{FF2B5EF4-FFF2-40B4-BE49-F238E27FC236}">
                      <a16:creationId xmlns:a16="http://schemas.microsoft.com/office/drawing/2014/main" id="{036A03AA-9A0D-4599-4C6E-C8B40EAE381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91" name="矩形 290">
                  <a:extLst>
                    <a:ext uri="{FF2B5EF4-FFF2-40B4-BE49-F238E27FC236}">
                      <a16:creationId xmlns:a16="http://schemas.microsoft.com/office/drawing/2014/main" id="{7933D3C2-AB1D-2A47-D202-F5FAFF20F91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308" name="组合 307">
              <a:extLst>
                <a:ext uri="{FF2B5EF4-FFF2-40B4-BE49-F238E27FC236}">
                  <a16:creationId xmlns:a16="http://schemas.microsoft.com/office/drawing/2014/main" id="{15466A35-8277-2552-60CA-9CD9E616096F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09" name="组合 308">
                <a:extLst>
                  <a:ext uri="{FF2B5EF4-FFF2-40B4-BE49-F238E27FC236}">
                    <a16:creationId xmlns:a16="http://schemas.microsoft.com/office/drawing/2014/main" id="{7504CD04-5A18-0B3A-94A9-7CC62ECB9D68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18" name="矩形 317">
                  <a:extLst>
                    <a:ext uri="{FF2B5EF4-FFF2-40B4-BE49-F238E27FC236}">
                      <a16:creationId xmlns:a16="http://schemas.microsoft.com/office/drawing/2014/main" id="{4B0C34DB-8BC9-06E2-D237-AD18C712F82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20" name="矩形 319">
                  <a:extLst>
                    <a:ext uri="{FF2B5EF4-FFF2-40B4-BE49-F238E27FC236}">
                      <a16:creationId xmlns:a16="http://schemas.microsoft.com/office/drawing/2014/main" id="{C2DF6210-21E2-DB01-1D69-253F8D122D3C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28" name="矩形 327">
                  <a:extLst>
                    <a:ext uri="{FF2B5EF4-FFF2-40B4-BE49-F238E27FC236}">
                      <a16:creationId xmlns:a16="http://schemas.microsoft.com/office/drawing/2014/main" id="{0AD0FEE9-42A1-3735-3682-8212F5BBE47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10" name="组合 309">
                <a:extLst>
                  <a:ext uri="{FF2B5EF4-FFF2-40B4-BE49-F238E27FC236}">
                    <a16:creationId xmlns:a16="http://schemas.microsoft.com/office/drawing/2014/main" id="{F63E82C6-9EE5-7F48-0AEF-8913D676881B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15" name="矩形 314">
                  <a:extLst>
                    <a:ext uri="{FF2B5EF4-FFF2-40B4-BE49-F238E27FC236}">
                      <a16:creationId xmlns:a16="http://schemas.microsoft.com/office/drawing/2014/main" id="{08630A43-BD50-3996-AE44-E698C483CD3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16" name="矩形 315">
                  <a:extLst>
                    <a:ext uri="{FF2B5EF4-FFF2-40B4-BE49-F238E27FC236}">
                      <a16:creationId xmlns:a16="http://schemas.microsoft.com/office/drawing/2014/main" id="{2010B205-ABA1-921C-BA5F-D0F005E81BC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17" name="矩形 316">
                  <a:extLst>
                    <a:ext uri="{FF2B5EF4-FFF2-40B4-BE49-F238E27FC236}">
                      <a16:creationId xmlns:a16="http://schemas.microsoft.com/office/drawing/2014/main" id="{92FC9AF5-55B3-473E-8C45-8D5D4A3A8A8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56DEB498-DDDF-BED0-0C16-5EEB51EDC7EF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12" name="矩形 311">
                  <a:extLst>
                    <a:ext uri="{FF2B5EF4-FFF2-40B4-BE49-F238E27FC236}">
                      <a16:creationId xmlns:a16="http://schemas.microsoft.com/office/drawing/2014/main" id="{44C892B6-DE28-95D0-8331-C644666FCF5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13" name="矩形 312">
                  <a:extLst>
                    <a:ext uri="{FF2B5EF4-FFF2-40B4-BE49-F238E27FC236}">
                      <a16:creationId xmlns:a16="http://schemas.microsoft.com/office/drawing/2014/main" id="{DB43101C-554D-CBA5-F2BC-EBACEE1A6CC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14" name="矩形 313">
                  <a:extLst>
                    <a:ext uri="{FF2B5EF4-FFF2-40B4-BE49-F238E27FC236}">
                      <a16:creationId xmlns:a16="http://schemas.microsoft.com/office/drawing/2014/main" id="{B63C727B-2AC0-2101-84F4-1D414C18C8F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6CF1F51C-DDE1-915F-125B-D3FCBC6C9472}"/>
              </a:ext>
            </a:extLst>
          </p:cNvPr>
          <p:cNvGrpSpPr/>
          <p:nvPr/>
        </p:nvGrpSpPr>
        <p:grpSpPr>
          <a:xfrm>
            <a:off x="16597505" y="9951723"/>
            <a:ext cx="961356" cy="481098"/>
            <a:chOff x="2826931" y="15262837"/>
            <a:chExt cx="961356" cy="481098"/>
          </a:xfrm>
          <a:solidFill>
            <a:srgbClr val="41BFFF"/>
          </a:solidFill>
        </p:grpSpPr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625D4936-E30D-3E2F-7B5C-A7313833B93E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57" name="组合 356">
                <a:extLst>
                  <a:ext uri="{FF2B5EF4-FFF2-40B4-BE49-F238E27FC236}">
                    <a16:creationId xmlns:a16="http://schemas.microsoft.com/office/drawing/2014/main" id="{EE915658-F5DE-F9F6-E59D-4A85B806CA02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66" name="矩形 365">
                  <a:extLst>
                    <a:ext uri="{FF2B5EF4-FFF2-40B4-BE49-F238E27FC236}">
                      <a16:creationId xmlns:a16="http://schemas.microsoft.com/office/drawing/2014/main" id="{9FEADE7F-DD9C-6D3E-8F1C-3425CA3741D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7" name="矩形 366">
                  <a:extLst>
                    <a:ext uri="{FF2B5EF4-FFF2-40B4-BE49-F238E27FC236}">
                      <a16:creationId xmlns:a16="http://schemas.microsoft.com/office/drawing/2014/main" id="{D707BFDD-C090-8FE9-7662-2C9F7784BEF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68" name="矩形 367">
                  <a:extLst>
                    <a:ext uri="{FF2B5EF4-FFF2-40B4-BE49-F238E27FC236}">
                      <a16:creationId xmlns:a16="http://schemas.microsoft.com/office/drawing/2014/main" id="{35E309D5-0FB9-7705-76DA-BC9A9E36C03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58" name="组合 357">
                <a:extLst>
                  <a:ext uri="{FF2B5EF4-FFF2-40B4-BE49-F238E27FC236}">
                    <a16:creationId xmlns:a16="http://schemas.microsoft.com/office/drawing/2014/main" id="{03525E27-9252-7DFB-2045-6D8399035323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63" name="矩形 362">
                  <a:extLst>
                    <a:ext uri="{FF2B5EF4-FFF2-40B4-BE49-F238E27FC236}">
                      <a16:creationId xmlns:a16="http://schemas.microsoft.com/office/drawing/2014/main" id="{446913FB-09D1-1ECC-5437-2E07FB7C77C5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4" name="矩形 363">
                  <a:extLst>
                    <a:ext uri="{FF2B5EF4-FFF2-40B4-BE49-F238E27FC236}">
                      <a16:creationId xmlns:a16="http://schemas.microsoft.com/office/drawing/2014/main" id="{F17AEEFA-7A13-965F-32ED-A7539B0EABEA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65" name="矩形 364">
                  <a:extLst>
                    <a:ext uri="{FF2B5EF4-FFF2-40B4-BE49-F238E27FC236}">
                      <a16:creationId xmlns:a16="http://schemas.microsoft.com/office/drawing/2014/main" id="{119A8D79-FC57-D456-350F-EA8A505DCC8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59" name="组合 358">
                <a:extLst>
                  <a:ext uri="{FF2B5EF4-FFF2-40B4-BE49-F238E27FC236}">
                    <a16:creationId xmlns:a16="http://schemas.microsoft.com/office/drawing/2014/main" id="{6C9E5560-7196-1ABA-B715-07C1B9059DD8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60" name="矩形 359">
                  <a:extLst>
                    <a:ext uri="{FF2B5EF4-FFF2-40B4-BE49-F238E27FC236}">
                      <a16:creationId xmlns:a16="http://schemas.microsoft.com/office/drawing/2014/main" id="{10485700-0D21-0D7A-E9E1-998CCE01AD0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1" name="矩形 360">
                  <a:extLst>
                    <a:ext uri="{FF2B5EF4-FFF2-40B4-BE49-F238E27FC236}">
                      <a16:creationId xmlns:a16="http://schemas.microsoft.com/office/drawing/2014/main" id="{DB5516EF-D804-7830-9982-40E6B9FD749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62" name="矩形 361">
                  <a:extLst>
                    <a:ext uri="{FF2B5EF4-FFF2-40B4-BE49-F238E27FC236}">
                      <a16:creationId xmlns:a16="http://schemas.microsoft.com/office/drawing/2014/main" id="{D963DFA3-8A70-D111-3FF7-C512DB440A8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337" name="组合 336">
              <a:extLst>
                <a:ext uri="{FF2B5EF4-FFF2-40B4-BE49-F238E27FC236}">
                  <a16:creationId xmlns:a16="http://schemas.microsoft.com/office/drawing/2014/main" id="{68EDDA65-FF32-8955-18F2-765F8F692A7F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39" name="组合 338">
                <a:extLst>
                  <a:ext uri="{FF2B5EF4-FFF2-40B4-BE49-F238E27FC236}">
                    <a16:creationId xmlns:a16="http://schemas.microsoft.com/office/drawing/2014/main" id="{9DD8AAB9-265D-625B-4A4A-238E48F4C37C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51" name="矩形 350">
                  <a:extLst>
                    <a:ext uri="{FF2B5EF4-FFF2-40B4-BE49-F238E27FC236}">
                      <a16:creationId xmlns:a16="http://schemas.microsoft.com/office/drawing/2014/main" id="{C9B02A6E-D660-A588-CAD1-14BCD798B7D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2" name="矩形 351">
                  <a:extLst>
                    <a:ext uri="{FF2B5EF4-FFF2-40B4-BE49-F238E27FC236}">
                      <a16:creationId xmlns:a16="http://schemas.microsoft.com/office/drawing/2014/main" id="{651EF310-8DEB-C074-7A9B-E2A3BBA96FA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56" name="矩形 355">
                  <a:extLst>
                    <a:ext uri="{FF2B5EF4-FFF2-40B4-BE49-F238E27FC236}">
                      <a16:creationId xmlns:a16="http://schemas.microsoft.com/office/drawing/2014/main" id="{01101A3C-2787-FE66-388D-A208BC3A57C3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41" name="组合 340">
                <a:extLst>
                  <a:ext uri="{FF2B5EF4-FFF2-40B4-BE49-F238E27FC236}">
                    <a16:creationId xmlns:a16="http://schemas.microsoft.com/office/drawing/2014/main" id="{F7CA73CB-6B46-CD28-8E76-D2B104F4BDB8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48" name="矩形 347">
                  <a:extLst>
                    <a:ext uri="{FF2B5EF4-FFF2-40B4-BE49-F238E27FC236}">
                      <a16:creationId xmlns:a16="http://schemas.microsoft.com/office/drawing/2014/main" id="{75E91E01-0E19-A4F3-3DE0-56147ECBB3C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49" name="矩形 348">
                  <a:extLst>
                    <a:ext uri="{FF2B5EF4-FFF2-40B4-BE49-F238E27FC236}">
                      <a16:creationId xmlns:a16="http://schemas.microsoft.com/office/drawing/2014/main" id="{91729A05-9AAF-A528-09A3-67E3DB174A2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50" name="矩形 349">
                  <a:extLst>
                    <a:ext uri="{FF2B5EF4-FFF2-40B4-BE49-F238E27FC236}">
                      <a16:creationId xmlns:a16="http://schemas.microsoft.com/office/drawing/2014/main" id="{FA8BD6E7-1676-9804-2583-D31E8CB109B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43" name="组合 342">
                <a:extLst>
                  <a:ext uri="{FF2B5EF4-FFF2-40B4-BE49-F238E27FC236}">
                    <a16:creationId xmlns:a16="http://schemas.microsoft.com/office/drawing/2014/main" id="{4B493638-E24B-7967-4FA3-9FA1A26CDA91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44" name="矩形 343">
                  <a:extLst>
                    <a:ext uri="{FF2B5EF4-FFF2-40B4-BE49-F238E27FC236}">
                      <a16:creationId xmlns:a16="http://schemas.microsoft.com/office/drawing/2014/main" id="{B4E2E078-AA3C-DB70-B8CA-93F1D2A6896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45" name="矩形 344">
                  <a:extLst>
                    <a:ext uri="{FF2B5EF4-FFF2-40B4-BE49-F238E27FC236}">
                      <a16:creationId xmlns:a16="http://schemas.microsoft.com/office/drawing/2014/main" id="{70A7BD37-C050-B010-E48B-177BF4AAFEC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46" name="矩形 345">
                  <a:extLst>
                    <a:ext uri="{FF2B5EF4-FFF2-40B4-BE49-F238E27FC236}">
                      <a16:creationId xmlns:a16="http://schemas.microsoft.com/office/drawing/2014/main" id="{71C96937-67DB-64C2-7BEF-46150830FA2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369" name="组合 368">
            <a:extLst>
              <a:ext uri="{FF2B5EF4-FFF2-40B4-BE49-F238E27FC236}">
                <a16:creationId xmlns:a16="http://schemas.microsoft.com/office/drawing/2014/main" id="{D1C3DFAF-9DA8-7D46-9581-070BA20D3ED1}"/>
              </a:ext>
            </a:extLst>
          </p:cNvPr>
          <p:cNvGrpSpPr/>
          <p:nvPr/>
        </p:nvGrpSpPr>
        <p:grpSpPr>
          <a:xfrm>
            <a:off x="19355121" y="9947016"/>
            <a:ext cx="961356" cy="481098"/>
            <a:chOff x="2826931" y="15262837"/>
            <a:chExt cx="961356" cy="481098"/>
          </a:xfrm>
          <a:solidFill>
            <a:srgbClr val="CF89D9"/>
          </a:solidFill>
        </p:grpSpPr>
        <p:grpSp>
          <p:nvGrpSpPr>
            <p:cNvPr id="370" name="组合 369">
              <a:extLst>
                <a:ext uri="{FF2B5EF4-FFF2-40B4-BE49-F238E27FC236}">
                  <a16:creationId xmlns:a16="http://schemas.microsoft.com/office/drawing/2014/main" id="{99584942-702A-3366-DE49-D5162438D44C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84" name="组合 383">
                <a:extLst>
                  <a:ext uri="{FF2B5EF4-FFF2-40B4-BE49-F238E27FC236}">
                    <a16:creationId xmlns:a16="http://schemas.microsoft.com/office/drawing/2014/main" id="{B9636043-3B0A-14A5-BBEF-A1920DC13E60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93" name="矩形 392">
                  <a:extLst>
                    <a:ext uri="{FF2B5EF4-FFF2-40B4-BE49-F238E27FC236}">
                      <a16:creationId xmlns:a16="http://schemas.microsoft.com/office/drawing/2014/main" id="{516CD181-AF74-6F08-60A4-8F8225D4196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94" name="矩形 393">
                  <a:extLst>
                    <a:ext uri="{FF2B5EF4-FFF2-40B4-BE49-F238E27FC236}">
                      <a16:creationId xmlns:a16="http://schemas.microsoft.com/office/drawing/2014/main" id="{8326D36D-E783-F434-0510-7A676E9E0F0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95" name="矩形 394">
                  <a:extLst>
                    <a:ext uri="{FF2B5EF4-FFF2-40B4-BE49-F238E27FC236}">
                      <a16:creationId xmlns:a16="http://schemas.microsoft.com/office/drawing/2014/main" id="{FEE236C3-CF02-8016-D346-AB36888FA8C3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85" name="组合 384">
                <a:extLst>
                  <a:ext uri="{FF2B5EF4-FFF2-40B4-BE49-F238E27FC236}">
                    <a16:creationId xmlns:a16="http://schemas.microsoft.com/office/drawing/2014/main" id="{1B27DB9D-7319-233D-F1BB-9B830FBAD4A3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90" name="矩形 389">
                  <a:extLst>
                    <a:ext uri="{FF2B5EF4-FFF2-40B4-BE49-F238E27FC236}">
                      <a16:creationId xmlns:a16="http://schemas.microsoft.com/office/drawing/2014/main" id="{67F5553D-6048-6FDB-0ACB-EC5FA56C9BB1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91" name="矩形 390">
                  <a:extLst>
                    <a:ext uri="{FF2B5EF4-FFF2-40B4-BE49-F238E27FC236}">
                      <a16:creationId xmlns:a16="http://schemas.microsoft.com/office/drawing/2014/main" id="{5CA3FF9E-E564-C55F-F7C6-63B7867C6F85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92" name="矩形 391">
                  <a:extLst>
                    <a:ext uri="{FF2B5EF4-FFF2-40B4-BE49-F238E27FC236}">
                      <a16:creationId xmlns:a16="http://schemas.microsoft.com/office/drawing/2014/main" id="{A9EA62E1-F752-8C5F-A556-BBB1AB03566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86" name="组合 385">
                <a:extLst>
                  <a:ext uri="{FF2B5EF4-FFF2-40B4-BE49-F238E27FC236}">
                    <a16:creationId xmlns:a16="http://schemas.microsoft.com/office/drawing/2014/main" id="{018E3812-69EF-8856-1FBA-C98C751922DD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87" name="矩形 386">
                  <a:extLst>
                    <a:ext uri="{FF2B5EF4-FFF2-40B4-BE49-F238E27FC236}">
                      <a16:creationId xmlns:a16="http://schemas.microsoft.com/office/drawing/2014/main" id="{BB089E28-1747-91B3-C63D-ED8803A9C7A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8" name="矩形 387">
                  <a:extLst>
                    <a:ext uri="{FF2B5EF4-FFF2-40B4-BE49-F238E27FC236}">
                      <a16:creationId xmlns:a16="http://schemas.microsoft.com/office/drawing/2014/main" id="{3EE51E7F-F14C-EA26-01C5-C8FF8D22CC9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89" name="矩形 388">
                  <a:extLst>
                    <a:ext uri="{FF2B5EF4-FFF2-40B4-BE49-F238E27FC236}">
                      <a16:creationId xmlns:a16="http://schemas.microsoft.com/office/drawing/2014/main" id="{5762817C-2901-B4E8-0497-2D7303088B5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371" name="组合 370">
              <a:extLst>
                <a:ext uri="{FF2B5EF4-FFF2-40B4-BE49-F238E27FC236}">
                  <a16:creationId xmlns:a16="http://schemas.microsoft.com/office/drawing/2014/main" id="{3CA248E0-6F9B-B383-9A0E-8BEAC5333B73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372" name="组合 371">
                <a:extLst>
                  <a:ext uri="{FF2B5EF4-FFF2-40B4-BE49-F238E27FC236}">
                    <a16:creationId xmlns:a16="http://schemas.microsoft.com/office/drawing/2014/main" id="{E77F7723-05D4-69FD-2102-7DB7FF327D52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81" name="矩形 380">
                  <a:extLst>
                    <a:ext uri="{FF2B5EF4-FFF2-40B4-BE49-F238E27FC236}">
                      <a16:creationId xmlns:a16="http://schemas.microsoft.com/office/drawing/2014/main" id="{CC563882-B1EA-45EB-2258-59C29BE6BBAC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2" name="矩形 381">
                  <a:extLst>
                    <a:ext uri="{FF2B5EF4-FFF2-40B4-BE49-F238E27FC236}">
                      <a16:creationId xmlns:a16="http://schemas.microsoft.com/office/drawing/2014/main" id="{1FEDE54B-D206-20BF-17F7-A3F1FD86702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83" name="矩形 382">
                  <a:extLst>
                    <a:ext uri="{FF2B5EF4-FFF2-40B4-BE49-F238E27FC236}">
                      <a16:creationId xmlns:a16="http://schemas.microsoft.com/office/drawing/2014/main" id="{09386A60-9CD8-CE0D-3706-732E3CAB45D3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73" name="组合 372">
                <a:extLst>
                  <a:ext uri="{FF2B5EF4-FFF2-40B4-BE49-F238E27FC236}">
                    <a16:creationId xmlns:a16="http://schemas.microsoft.com/office/drawing/2014/main" id="{53EE9596-8CC8-3F41-624A-52B3A73CBBEA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78" name="矩形 377">
                  <a:extLst>
                    <a:ext uri="{FF2B5EF4-FFF2-40B4-BE49-F238E27FC236}">
                      <a16:creationId xmlns:a16="http://schemas.microsoft.com/office/drawing/2014/main" id="{BB501B94-2EFA-CF31-DD8A-0CF40B67421E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79" name="矩形 378">
                  <a:extLst>
                    <a:ext uri="{FF2B5EF4-FFF2-40B4-BE49-F238E27FC236}">
                      <a16:creationId xmlns:a16="http://schemas.microsoft.com/office/drawing/2014/main" id="{0FA57E20-ED98-4210-29C8-E9BF7CF8720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80" name="矩形 379">
                  <a:extLst>
                    <a:ext uri="{FF2B5EF4-FFF2-40B4-BE49-F238E27FC236}">
                      <a16:creationId xmlns:a16="http://schemas.microsoft.com/office/drawing/2014/main" id="{81D69264-EDE7-0E79-7B08-C1434C8CF8E2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374" name="组合 373">
                <a:extLst>
                  <a:ext uri="{FF2B5EF4-FFF2-40B4-BE49-F238E27FC236}">
                    <a16:creationId xmlns:a16="http://schemas.microsoft.com/office/drawing/2014/main" id="{9C69FBC4-882C-EA70-ADA4-9C35C3219E86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375" name="矩形 374">
                  <a:extLst>
                    <a:ext uri="{FF2B5EF4-FFF2-40B4-BE49-F238E27FC236}">
                      <a16:creationId xmlns:a16="http://schemas.microsoft.com/office/drawing/2014/main" id="{A1EBBAE4-769A-DD9C-F174-3C8642436CE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76" name="矩形 375">
                  <a:extLst>
                    <a:ext uri="{FF2B5EF4-FFF2-40B4-BE49-F238E27FC236}">
                      <a16:creationId xmlns:a16="http://schemas.microsoft.com/office/drawing/2014/main" id="{08F77314-B2FA-40C1-A7A3-0D0FD75CFEA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377" name="矩形 376">
                  <a:extLst>
                    <a:ext uri="{FF2B5EF4-FFF2-40B4-BE49-F238E27FC236}">
                      <a16:creationId xmlns:a16="http://schemas.microsoft.com/office/drawing/2014/main" id="{304FF045-5086-AE9B-9D6B-F5F20074E58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F2B34007-A68D-3DEF-2631-C0A90DC187D2}"/>
                  </a:ext>
                </a:extLst>
              </p:cNvPr>
              <p:cNvSpPr txBox="1"/>
              <p:nvPr/>
            </p:nvSpPr>
            <p:spPr>
              <a:xfrm>
                <a:off x="14186898" y="10452312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F2B34007-A68D-3DEF-2631-C0A90DC18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6898" y="10452312"/>
                <a:ext cx="994477" cy="382028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梯形 396">
            <a:extLst>
              <a:ext uri="{FF2B5EF4-FFF2-40B4-BE49-F238E27FC236}">
                <a16:creationId xmlns:a16="http://schemas.microsoft.com/office/drawing/2014/main" id="{AB1E5EF0-ABC7-69F0-D0D1-AE0760BB24FD}"/>
              </a:ext>
            </a:extLst>
          </p:cNvPr>
          <p:cNvSpPr/>
          <p:nvPr/>
        </p:nvSpPr>
        <p:spPr>
          <a:xfrm rot="10800000">
            <a:off x="13447411" y="8528625"/>
            <a:ext cx="7587299" cy="417364"/>
          </a:xfrm>
          <a:prstGeom prst="trapezoid">
            <a:avLst>
              <a:gd name="adj" fmla="val 74556"/>
            </a:avLst>
          </a:prstGeom>
          <a:gradFill flip="none" rotWithShape="1">
            <a:gsLst>
              <a:gs pos="5000">
                <a:schemeClr val="bg2">
                  <a:lumMod val="75000"/>
                </a:schemeClr>
              </a:gs>
              <a:gs pos="74000">
                <a:schemeClr val="bg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6B743680-A314-09E6-12A7-BE72D8D01811}"/>
              </a:ext>
            </a:extLst>
          </p:cNvPr>
          <p:cNvSpPr txBox="1"/>
          <p:nvPr/>
        </p:nvSpPr>
        <p:spPr>
          <a:xfrm>
            <a:off x="15918122" y="8593397"/>
            <a:ext cx="232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Dim reduction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865921E6-6431-11A0-D3B3-94B194384550}"/>
                  </a:ext>
                </a:extLst>
              </p:cNvPr>
              <p:cNvSpPr txBox="1"/>
              <p:nvPr/>
            </p:nvSpPr>
            <p:spPr>
              <a:xfrm>
                <a:off x="16580945" y="10452312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865921E6-6431-11A0-D3B3-94B194384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0945" y="10452312"/>
                <a:ext cx="994476" cy="382028"/>
              </a:xfrm>
              <a:prstGeom prst="rect">
                <a:avLst/>
              </a:prstGeom>
              <a:blipFill>
                <a:blip r:embed="rId1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00945663-261A-AE81-8174-F9E9137BA247}"/>
                  </a:ext>
                </a:extLst>
              </p:cNvPr>
              <p:cNvSpPr txBox="1"/>
              <p:nvPr/>
            </p:nvSpPr>
            <p:spPr>
              <a:xfrm>
                <a:off x="19338561" y="10443293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00945663-261A-AE81-8174-F9E9137BA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8561" y="10443293"/>
                <a:ext cx="994476" cy="382028"/>
              </a:xfrm>
              <a:prstGeom prst="rect">
                <a:avLst/>
              </a:prstGeom>
              <a:blipFill>
                <a:blip r:embed="rId1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5" name="组合 404">
            <a:extLst>
              <a:ext uri="{FF2B5EF4-FFF2-40B4-BE49-F238E27FC236}">
                <a16:creationId xmlns:a16="http://schemas.microsoft.com/office/drawing/2014/main" id="{F678FF9F-51FF-1B76-20E8-A05F08558C15}"/>
              </a:ext>
            </a:extLst>
          </p:cNvPr>
          <p:cNvGrpSpPr/>
          <p:nvPr/>
        </p:nvGrpSpPr>
        <p:grpSpPr>
          <a:xfrm>
            <a:off x="12523659" y="12150637"/>
            <a:ext cx="961356" cy="481098"/>
            <a:chOff x="2826931" y="15262837"/>
            <a:chExt cx="961356" cy="481098"/>
          </a:xfrm>
          <a:solidFill>
            <a:schemeClr val="bg1">
              <a:lumMod val="75000"/>
            </a:schemeClr>
          </a:solidFill>
        </p:grpSpPr>
        <p:grpSp>
          <p:nvGrpSpPr>
            <p:cNvPr id="406" name="组合 405">
              <a:extLst>
                <a:ext uri="{FF2B5EF4-FFF2-40B4-BE49-F238E27FC236}">
                  <a16:creationId xmlns:a16="http://schemas.microsoft.com/office/drawing/2014/main" id="{11427419-B864-F460-A362-DE0D9618EFD4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20" name="组合 419">
                <a:extLst>
                  <a:ext uri="{FF2B5EF4-FFF2-40B4-BE49-F238E27FC236}">
                    <a16:creationId xmlns:a16="http://schemas.microsoft.com/office/drawing/2014/main" id="{1A5A80A9-AB17-A638-67E2-B1B1F890D810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29" name="矩形 428">
                  <a:extLst>
                    <a:ext uri="{FF2B5EF4-FFF2-40B4-BE49-F238E27FC236}">
                      <a16:creationId xmlns:a16="http://schemas.microsoft.com/office/drawing/2014/main" id="{FCEC4C23-F43A-F1F1-399D-132DCABD26C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30" name="矩形 429">
                  <a:extLst>
                    <a:ext uri="{FF2B5EF4-FFF2-40B4-BE49-F238E27FC236}">
                      <a16:creationId xmlns:a16="http://schemas.microsoft.com/office/drawing/2014/main" id="{B8679DBC-924C-A91D-CD7A-9492E49AAE95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31" name="矩形 430">
                  <a:extLst>
                    <a:ext uri="{FF2B5EF4-FFF2-40B4-BE49-F238E27FC236}">
                      <a16:creationId xmlns:a16="http://schemas.microsoft.com/office/drawing/2014/main" id="{1C37005D-3CAB-EE1A-ADDD-B57AEF4EA3B5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21" name="组合 420">
                <a:extLst>
                  <a:ext uri="{FF2B5EF4-FFF2-40B4-BE49-F238E27FC236}">
                    <a16:creationId xmlns:a16="http://schemas.microsoft.com/office/drawing/2014/main" id="{4C315021-F8AB-876D-8106-C5E9847A6769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26" name="矩形 425">
                  <a:extLst>
                    <a:ext uri="{FF2B5EF4-FFF2-40B4-BE49-F238E27FC236}">
                      <a16:creationId xmlns:a16="http://schemas.microsoft.com/office/drawing/2014/main" id="{F51C7C2C-6EAB-F518-126D-0E7E1EB73DD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27" name="矩形 426">
                  <a:extLst>
                    <a:ext uri="{FF2B5EF4-FFF2-40B4-BE49-F238E27FC236}">
                      <a16:creationId xmlns:a16="http://schemas.microsoft.com/office/drawing/2014/main" id="{5114F96E-F854-9A59-7E9F-DF933774DB1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28" name="矩形 427">
                  <a:extLst>
                    <a:ext uri="{FF2B5EF4-FFF2-40B4-BE49-F238E27FC236}">
                      <a16:creationId xmlns:a16="http://schemas.microsoft.com/office/drawing/2014/main" id="{2E6DE860-A715-7A13-0276-21EA14052BF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22" name="组合 421">
                <a:extLst>
                  <a:ext uri="{FF2B5EF4-FFF2-40B4-BE49-F238E27FC236}">
                    <a16:creationId xmlns:a16="http://schemas.microsoft.com/office/drawing/2014/main" id="{157CA081-7C4C-6065-B06C-5B6B03C95AD7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23" name="矩形 422">
                  <a:extLst>
                    <a:ext uri="{FF2B5EF4-FFF2-40B4-BE49-F238E27FC236}">
                      <a16:creationId xmlns:a16="http://schemas.microsoft.com/office/drawing/2014/main" id="{990B6688-B707-146E-1B08-1CB646B5781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24" name="矩形 423">
                  <a:extLst>
                    <a:ext uri="{FF2B5EF4-FFF2-40B4-BE49-F238E27FC236}">
                      <a16:creationId xmlns:a16="http://schemas.microsoft.com/office/drawing/2014/main" id="{4B9DFF41-64AF-7B48-AA14-0B7F938C088C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25" name="矩形 424">
                  <a:extLst>
                    <a:ext uri="{FF2B5EF4-FFF2-40B4-BE49-F238E27FC236}">
                      <a16:creationId xmlns:a16="http://schemas.microsoft.com/office/drawing/2014/main" id="{D3A52A2F-F724-A688-8B9F-63F800C46212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407" name="组合 406">
              <a:extLst>
                <a:ext uri="{FF2B5EF4-FFF2-40B4-BE49-F238E27FC236}">
                  <a16:creationId xmlns:a16="http://schemas.microsoft.com/office/drawing/2014/main" id="{0233E803-369C-EC37-75F2-E31E32A618DF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08" name="组合 407">
                <a:extLst>
                  <a:ext uri="{FF2B5EF4-FFF2-40B4-BE49-F238E27FC236}">
                    <a16:creationId xmlns:a16="http://schemas.microsoft.com/office/drawing/2014/main" id="{008D4552-AEC5-6406-EDE4-C5E21B27E90C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17" name="矩形 416">
                  <a:extLst>
                    <a:ext uri="{FF2B5EF4-FFF2-40B4-BE49-F238E27FC236}">
                      <a16:creationId xmlns:a16="http://schemas.microsoft.com/office/drawing/2014/main" id="{1156AA77-7BEA-27CE-2E46-5E831326D6A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8" name="矩形 417">
                  <a:extLst>
                    <a:ext uri="{FF2B5EF4-FFF2-40B4-BE49-F238E27FC236}">
                      <a16:creationId xmlns:a16="http://schemas.microsoft.com/office/drawing/2014/main" id="{7CCCB0EE-AFB1-ED82-0388-863619B74A11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19" name="矩形 418">
                  <a:extLst>
                    <a:ext uri="{FF2B5EF4-FFF2-40B4-BE49-F238E27FC236}">
                      <a16:creationId xmlns:a16="http://schemas.microsoft.com/office/drawing/2014/main" id="{4F9B930C-A93F-7BA4-A3D2-5A49EBCDFD4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09" name="组合 408">
                <a:extLst>
                  <a:ext uri="{FF2B5EF4-FFF2-40B4-BE49-F238E27FC236}">
                    <a16:creationId xmlns:a16="http://schemas.microsoft.com/office/drawing/2014/main" id="{E45B2916-5E47-6D6E-B6FD-03B6C85E27BB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14" name="矩形 413">
                  <a:extLst>
                    <a:ext uri="{FF2B5EF4-FFF2-40B4-BE49-F238E27FC236}">
                      <a16:creationId xmlns:a16="http://schemas.microsoft.com/office/drawing/2014/main" id="{F6AA1484-2911-1B86-E347-58B9B12D75A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5" name="矩形 414">
                  <a:extLst>
                    <a:ext uri="{FF2B5EF4-FFF2-40B4-BE49-F238E27FC236}">
                      <a16:creationId xmlns:a16="http://schemas.microsoft.com/office/drawing/2014/main" id="{9D3CF7ED-C357-DA0C-98F9-B4B6E24A3E2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16" name="矩形 415">
                  <a:extLst>
                    <a:ext uri="{FF2B5EF4-FFF2-40B4-BE49-F238E27FC236}">
                      <a16:creationId xmlns:a16="http://schemas.microsoft.com/office/drawing/2014/main" id="{8BF3147D-14F6-1835-007C-E2CB81C2353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10" name="组合 409">
                <a:extLst>
                  <a:ext uri="{FF2B5EF4-FFF2-40B4-BE49-F238E27FC236}">
                    <a16:creationId xmlns:a16="http://schemas.microsoft.com/office/drawing/2014/main" id="{3F517DAD-D506-3F26-4B33-1545115FD976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11" name="矩形 410">
                  <a:extLst>
                    <a:ext uri="{FF2B5EF4-FFF2-40B4-BE49-F238E27FC236}">
                      <a16:creationId xmlns:a16="http://schemas.microsoft.com/office/drawing/2014/main" id="{F3C3EC3C-2EE8-C9F9-4C44-0E4D0860B73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2" name="矩形 411">
                  <a:extLst>
                    <a:ext uri="{FF2B5EF4-FFF2-40B4-BE49-F238E27FC236}">
                      <a16:creationId xmlns:a16="http://schemas.microsoft.com/office/drawing/2014/main" id="{495F5D1C-B474-92D3-861C-94B755984E7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13" name="矩形 412">
                  <a:extLst>
                    <a:ext uri="{FF2B5EF4-FFF2-40B4-BE49-F238E27FC236}">
                      <a16:creationId xmlns:a16="http://schemas.microsoft.com/office/drawing/2014/main" id="{14ABB748-6C93-9103-EF01-81EFF878AF7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779A3A04-EB88-2774-AB95-C749F7E32D82}"/>
                  </a:ext>
                </a:extLst>
              </p:cNvPr>
              <p:cNvSpPr txBox="1"/>
              <p:nvPr/>
            </p:nvSpPr>
            <p:spPr>
              <a:xfrm>
                <a:off x="12524184" y="12655933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779A3A04-EB88-2774-AB95-C749F7E32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4184" y="12655933"/>
                <a:ext cx="994477" cy="38202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3" name="文本框 432">
            <a:extLst>
              <a:ext uri="{FF2B5EF4-FFF2-40B4-BE49-F238E27FC236}">
                <a16:creationId xmlns:a16="http://schemas.microsoft.com/office/drawing/2014/main" id="{6730E053-AF3B-9028-0AFF-954DB06C026A}"/>
              </a:ext>
            </a:extLst>
          </p:cNvPr>
          <p:cNvSpPr txBox="1"/>
          <p:nvPr/>
        </p:nvSpPr>
        <p:spPr>
          <a:xfrm>
            <a:off x="12405766" y="11266340"/>
            <a:ext cx="123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Trained Query Vectors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4" name="直线箭头连接符 433">
            <a:extLst>
              <a:ext uri="{FF2B5EF4-FFF2-40B4-BE49-F238E27FC236}">
                <a16:creationId xmlns:a16="http://schemas.microsoft.com/office/drawing/2014/main" id="{D70742BB-3F1E-C16B-4718-38AF9B827A54}"/>
              </a:ext>
            </a:extLst>
          </p:cNvPr>
          <p:cNvCxnSpPr>
            <a:cxnSpLocks/>
          </p:cNvCxnSpPr>
          <p:nvPr/>
        </p:nvCxnSpPr>
        <p:spPr>
          <a:xfrm>
            <a:off x="14408665" y="10834340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5" name="直线箭头连接符 434">
            <a:extLst>
              <a:ext uri="{FF2B5EF4-FFF2-40B4-BE49-F238E27FC236}">
                <a16:creationId xmlns:a16="http://schemas.microsoft.com/office/drawing/2014/main" id="{157E8D36-0BC4-0AE1-4F4E-4C8190DD2A34}"/>
              </a:ext>
            </a:extLst>
          </p:cNvPr>
          <p:cNvCxnSpPr>
            <a:cxnSpLocks/>
          </p:cNvCxnSpPr>
          <p:nvPr/>
        </p:nvCxnSpPr>
        <p:spPr>
          <a:xfrm>
            <a:off x="16819797" y="10834340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6" name="直线箭头连接符 435">
            <a:extLst>
              <a:ext uri="{FF2B5EF4-FFF2-40B4-BE49-F238E27FC236}">
                <a16:creationId xmlns:a16="http://schemas.microsoft.com/office/drawing/2014/main" id="{20D28594-8B68-29C7-FEA6-A5017A737881}"/>
              </a:ext>
            </a:extLst>
          </p:cNvPr>
          <p:cNvCxnSpPr>
            <a:cxnSpLocks/>
          </p:cNvCxnSpPr>
          <p:nvPr/>
        </p:nvCxnSpPr>
        <p:spPr>
          <a:xfrm>
            <a:off x="19577413" y="10834340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7" name="直线箭头连接符 436">
            <a:extLst>
              <a:ext uri="{FF2B5EF4-FFF2-40B4-BE49-F238E27FC236}">
                <a16:creationId xmlns:a16="http://schemas.microsoft.com/office/drawing/2014/main" id="{79CD1AAF-7DF9-3D90-B741-3671F3FDAA09}"/>
              </a:ext>
            </a:extLst>
          </p:cNvPr>
          <p:cNvCxnSpPr>
            <a:cxnSpLocks/>
          </p:cNvCxnSpPr>
          <p:nvPr/>
        </p:nvCxnSpPr>
        <p:spPr>
          <a:xfrm>
            <a:off x="14887688" y="10834340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8" name="直线箭头连接符 437">
            <a:extLst>
              <a:ext uri="{FF2B5EF4-FFF2-40B4-BE49-F238E27FC236}">
                <a16:creationId xmlns:a16="http://schemas.microsoft.com/office/drawing/2014/main" id="{A9F63B76-8191-3B2B-DC16-9C63D647513C}"/>
              </a:ext>
            </a:extLst>
          </p:cNvPr>
          <p:cNvCxnSpPr>
            <a:cxnSpLocks/>
          </p:cNvCxnSpPr>
          <p:nvPr/>
        </p:nvCxnSpPr>
        <p:spPr>
          <a:xfrm>
            <a:off x="17298820" y="10834340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9" name="直线箭头连接符 438">
            <a:extLst>
              <a:ext uri="{FF2B5EF4-FFF2-40B4-BE49-F238E27FC236}">
                <a16:creationId xmlns:a16="http://schemas.microsoft.com/office/drawing/2014/main" id="{C7C298A7-F6E2-743F-4C3F-311D708129C8}"/>
              </a:ext>
            </a:extLst>
          </p:cNvPr>
          <p:cNvCxnSpPr>
            <a:cxnSpLocks/>
          </p:cNvCxnSpPr>
          <p:nvPr/>
        </p:nvCxnSpPr>
        <p:spPr>
          <a:xfrm>
            <a:off x="20056436" y="10834340"/>
            <a:ext cx="0" cy="43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0" name="文本框 439">
            <a:extLst>
              <a:ext uri="{FF2B5EF4-FFF2-40B4-BE49-F238E27FC236}">
                <a16:creationId xmlns:a16="http://schemas.microsoft.com/office/drawing/2014/main" id="{CAA7A0D2-3B5D-4D2F-A32B-4151165D174B}"/>
              </a:ext>
            </a:extLst>
          </p:cNvPr>
          <p:cNvSpPr txBox="1"/>
          <p:nvPr/>
        </p:nvSpPr>
        <p:spPr>
          <a:xfrm>
            <a:off x="14166376" y="11264405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zh-CN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69FBD8B3-8731-18C1-45AE-87F59032B556}"/>
              </a:ext>
            </a:extLst>
          </p:cNvPr>
          <p:cNvSpPr txBox="1"/>
          <p:nvPr/>
        </p:nvSpPr>
        <p:spPr>
          <a:xfrm>
            <a:off x="16627025" y="11264405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zh-CN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2" name="文本框 441">
            <a:extLst>
              <a:ext uri="{FF2B5EF4-FFF2-40B4-BE49-F238E27FC236}">
                <a16:creationId xmlns:a16="http://schemas.microsoft.com/office/drawing/2014/main" id="{62E0D240-EF74-A748-4575-853CA7F7C197}"/>
              </a:ext>
            </a:extLst>
          </p:cNvPr>
          <p:cNvSpPr txBox="1"/>
          <p:nvPr/>
        </p:nvSpPr>
        <p:spPr>
          <a:xfrm>
            <a:off x="19360265" y="11264405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kumimoji="1" lang="en-US" altLang="zh-CN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3" name="文本框 442">
            <a:extLst>
              <a:ext uri="{FF2B5EF4-FFF2-40B4-BE49-F238E27FC236}">
                <a16:creationId xmlns:a16="http://schemas.microsoft.com/office/drawing/2014/main" id="{D4F06955-F07B-124F-F7F4-17F5C4C68FBC}"/>
              </a:ext>
            </a:extLst>
          </p:cNvPr>
          <p:cNvSpPr txBox="1"/>
          <p:nvPr/>
        </p:nvSpPr>
        <p:spPr>
          <a:xfrm>
            <a:off x="14651243" y="11264405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4" name="文本框 443">
            <a:extLst>
              <a:ext uri="{FF2B5EF4-FFF2-40B4-BE49-F238E27FC236}">
                <a16:creationId xmlns:a16="http://schemas.microsoft.com/office/drawing/2014/main" id="{62B20AA0-27C2-6C5F-010A-7F2960D680FD}"/>
              </a:ext>
            </a:extLst>
          </p:cNvPr>
          <p:cNvSpPr txBox="1"/>
          <p:nvPr/>
        </p:nvSpPr>
        <p:spPr>
          <a:xfrm>
            <a:off x="17111892" y="11264405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F9E6EB53-C22E-B7C9-2FAB-2E00395C1377}"/>
              </a:ext>
            </a:extLst>
          </p:cNvPr>
          <p:cNvSpPr txBox="1"/>
          <p:nvPr/>
        </p:nvSpPr>
        <p:spPr>
          <a:xfrm>
            <a:off x="19845132" y="11264405"/>
            <a:ext cx="48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6" name="直线箭头连接符 445">
            <a:extLst>
              <a:ext uri="{FF2B5EF4-FFF2-40B4-BE49-F238E27FC236}">
                <a16:creationId xmlns:a16="http://schemas.microsoft.com/office/drawing/2014/main" id="{DAB54D96-1AAA-9B77-0FB5-EACE5AE5DF8E}"/>
              </a:ext>
            </a:extLst>
          </p:cNvPr>
          <p:cNvCxnSpPr>
            <a:cxnSpLocks/>
            <a:stCxn id="416" idx="3"/>
          </p:cNvCxnSpPr>
          <p:nvPr/>
        </p:nvCxnSpPr>
        <p:spPr>
          <a:xfrm>
            <a:off x="13485015" y="12390889"/>
            <a:ext cx="5618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950612AA-5F95-47C0-AE7E-69262649B418}"/>
              </a:ext>
            </a:extLst>
          </p:cNvPr>
          <p:cNvGrpSpPr/>
          <p:nvPr/>
        </p:nvGrpSpPr>
        <p:grpSpPr>
          <a:xfrm>
            <a:off x="14199861" y="12164616"/>
            <a:ext cx="961356" cy="481098"/>
            <a:chOff x="2826931" y="15262837"/>
            <a:chExt cx="961356" cy="481098"/>
          </a:xfrm>
          <a:solidFill>
            <a:srgbClr val="47F9C6"/>
          </a:solidFill>
        </p:grpSpPr>
        <p:grpSp>
          <p:nvGrpSpPr>
            <p:cNvPr id="462" name="组合 461">
              <a:extLst>
                <a:ext uri="{FF2B5EF4-FFF2-40B4-BE49-F238E27FC236}">
                  <a16:creationId xmlns:a16="http://schemas.microsoft.com/office/drawing/2014/main" id="{05866B54-C83C-F8D3-BEEF-655CE23C965D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76" name="组合 475">
                <a:extLst>
                  <a:ext uri="{FF2B5EF4-FFF2-40B4-BE49-F238E27FC236}">
                    <a16:creationId xmlns:a16="http://schemas.microsoft.com/office/drawing/2014/main" id="{0D17B827-EE93-9E44-EF98-18C93B3288CA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85" name="矩形 484">
                  <a:extLst>
                    <a:ext uri="{FF2B5EF4-FFF2-40B4-BE49-F238E27FC236}">
                      <a16:creationId xmlns:a16="http://schemas.microsoft.com/office/drawing/2014/main" id="{AFFF6F7B-EC76-FB6B-C72B-AFB4DF763B6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6" name="矩形 485">
                  <a:extLst>
                    <a:ext uri="{FF2B5EF4-FFF2-40B4-BE49-F238E27FC236}">
                      <a16:creationId xmlns:a16="http://schemas.microsoft.com/office/drawing/2014/main" id="{A4A435E9-61E6-C930-5DDD-F920E7D46D1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87" name="矩形 486">
                  <a:extLst>
                    <a:ext uri="{FF2B5EF4-FFF2-40B4-BE49-F238E27FC236}">
                      <a16:creationId xmlns:a16="http://schemas.microsoft.com/office/drawing/2014/main" id="{83A5B685-7A0E-45D0-59C0-B1E0A63C2EF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77" name="组合 476">
                <a:extLst>
                  <a:ext uri="{FF2B5EF4-FFF2-40B4-BE49-F238E27FC236}">
                    <a16:creationId xmlns:a16="http://schemas.microsoft.com/office/drawing/2014/main" id="{D034DCC0-FD50-7720-2443-EE1FF4C64ED9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82" name="矩形 481">
                  <a:extLst>
                    <a:ext uri="{FF2B5EF4-FFF2-40B4-BE49-F238E27FC236}">
                      <a16:creationId xmlns:a16="http://schemas.microsoft.com/office/drawing/2014/main" id="{B696814E-D3A3-A58E-E70F-C9DCC6A762B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3" name="矩形 482">
                  <a:extLst>
                    <a:ext uri="{FF2B5EF4-FFF2-40B4-BE49-F238E27FC236}">
                      <a16:creationId xmlns:a16="http://schemas.microsoft.com/office/drawing/2014/main" id="{142226AD-955D-6762-9864-61FBE4497B0B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84" name="矩形 483">
                  <a:extLst>
                    <a:ext uri="{FF2B5EF4-FFF2-40B4-BE49-F238E27FC236}">
                      <a16:creationId xmlns:a16="http://schemas.microsoft.com/office/drawing/2014/main" id="{33D979B4-85C0-B42F-D3E5-3F7B729C965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78" name="组合 477">
                <a:extLst>
                  <a:ext uri="{FF2B5EF4-FFF2-40B4-BE49-F238E27FC236}">
                    <a16:creationId xmlns:a16="http://schemas.microsoft.com/office/drawing/2014/main" id="{65BA498B-6BFE-7811-2EE7-10BAC05AB9CE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79" name="矩形 478">
                  <a:extLst>
                    <a:ext uri="{FF2B5EF4-FFF2-40B4-BE49-F238E27FC236}">
                      <a16:creationId xmlns:a16="http://schemas.microsoft.com/office/drawing/2014/main" id="{D95D06C6-ACB3-DC36-1ED2-98483EFD9A0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0" name="矩形 479">
                  <a:extLst>
                    <a:ext uri="{FF2B5EF4-FFF2-40B4-BE49-F238E27FC236}">
                      <a16:creationId xmlns:a16="http://schemas.microsoft.com/office/drawing/2014/main" id="{B848804B-E679-F01B-7877-18363F13DC79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81" name="矩形 480">
                  <a:extLst>
                    <a:ext uri="{FF2B5EF4-FFF2-40B4-BE49-F238E27FC236}">
                      <a16:creationId xmlns:a16="http://schemas.microsoft.com/office/drawing/2014/main" id="{4440E10B-23AA-866C-23D6-EBDFB6BF95D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463" name="组合 462">
              <a:extLst>
                <a:ext uri="{FF2B5EF4-FFF2-40B4-BE49-F238E27FC236}">
                  <a16:creationId xmlns:a16="http://schemas.microsoft.com/office/drawing/2014/main" id="{519223BC-3D9E-54FC-7C2B-8F4E1377AAA8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64" name="组合 463">
                <a:extLst>
                  <a:ext uri="{FF2B5EF4-FFF2-40B4-BE49-F238E27FC236}">
                    <a16:creationId xmlns:a16="http://schemas.microsoft.com/office/drawing/2014/main" id="{32620378-86CE-771D-B402-062B71020485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73" name="矩形 472">
                  <a:extLst>
                    <a:ext uri="{FF2B5EF4-FFF2-40B4-BE49-F238E27FC236}">
                      <a16:creationId xmlns:a16="http://schemas.microsoft.com/office/drawing/2014/main" id="{D20E42BB-EAC3-DC75-CF1B-FB6C859EEF11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74" name="矩形 473">
                  <a:extLst>
                    <a:ext uri="{FF2B5EF4-FFF2-40B4-BE49-F238E27FC236}">
                      <a16:creationId xmlns:a16="http://schemas.microsoft.com/office/drawing/2014/main" id="{BEB21BDE-EB39-462A-8A07-08C4AA50DCF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75" name="矩形 474">
                  <a:extLst>
                    <a:ext uri="{FF2B5EF4-FFF2-40B4-BE49-F238E27FC236}">
                      <a16:creationId xmlns:a16="http://schemas.microsoft.com/office/drawing/2014/main" id="{9596F104-6DF3-2848-A3A4-2A09BE8ADC75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65" name="组合 464">
                <a:extLst>
                  <a:ext uri="{FF2B5EF4-FFF2-40B4-BE49-F238E27FC236}">
                    <a16:creationId xmlns:a16="http://schemas.microsoft.com/office/drawing/2014/main" id="{9658E32A-EEA6-7361-6F72-CEBBDF6062CE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70" name="矩形 469">
                  <a:extLst>
                    <a:ext uri="{FF2B5EF4-FFF2-40B4-BE49-F238E27FC236}">
                      <a16:creationId xmlns:a16="http://schemas.microsoft.com/office/drawing/2014/main" id="{5336BBCE-50E0-A13F-106E-FAF56297159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71" name="矩形 470">
                  <a:extLst>
                    <a:ext uri="{FF2B5EF4-FFF2-40B4-BE49-F238E27FC236}">
                      <a16:creationId xmlns:a16="http://schemas.microsoft.com/office/drawing/2014/main" id="{4BDA70A3-B348-0307-1FFD-BE534AC29BA5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72" name="矩形 471">
                  <a:extLst>
                    <a:ext uri="{FF2B5EF4-FFF2-40B4-BE49-F238E27FC236}">
                      <a16:creationId xmlns:a16="http://schemas.microsoft.com/office/drawing/2014/main" id="{61E42766-62DC-E5A2-B1C6-919FFBEEA378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66" name="组合 465">
                <a:extLst>
                  <a:ext uri="{FF2B5EF4-FFF2-40B4-BE49-F238E27FC236}">
                    <a16:creationId xmlns:a16="http://schemas.microsoft.com/office/drawing/2014/main" id="{28F59751-98B1-72B9-C04D-6079727303F6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67" name="矩形 466">
                  <a:extLst>
                    <a:ext uri="{FF2B5EF4-FFF2-40B4-BE49-F238E27FC236}">
                      <a16:creationId xmlns:a16="http://schemas.microsoft.com/office/drawing/2014/main" id="{63FCE14C-14AE-83A3-1E99-345C5A729569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68" name="矩形 467">
                  <a:extLst>
                    <a:ext uri="{FF2B5EF4-FFF2-40B4-BE49-F238E27FC236}">
                      <a16:creationId xmlns:a16="http://schemas.microsoft.com/office/drawing/2014/main" id="{E1024524-D00A-675C-F2BD-7F479790AEE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69" name="矩形 468">
                  <a:extLst>
                    <a:ext uri="{FF2B5EF4-FFF2-40B4-BE49-F238E27FC236}">
                      <a16:creationId xmlns:a16="http://schemas.microsoft.com/office/drawing/2014/main" id="{0F5A35E4-7893-79F3-E46C-78BE922EC16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48D86FD7-E419-7FB5-DDA6-8DD3327B71FB}"/>
              </a:ext>
            </a:extLst>
          </p:cNvPr>
          <p:cNvGrpSpPr/>
          <p:nvPr/>
        </p:nvGrpSpPr>
        <p:grpSpPr>
          <a:xfrm>
            <a:off x="16610993" y="12169323"/>
            <a:ext cx="961356" cy="481098"/>
            <a:chOff x="2826931" y="15262837"/>
            <a:chExt cx="961356" cy="481098"/>
          </a:xfrm>
          <a:solidFill>
            <a:srgbClr val="41BFFF"/>
          </a:solidFill>
        </p:grpSpPr>
        <p:grpSp>
          <p:nvGrpSpPr>
            <p:cNvPr id="489" name="组合 488">
              <a:extLst>
                <a:ext uri="{FF2B5EF4-FFF2-40B4-BE49-F238E27FC236}">
                  <a16:creationId xmlns:a16="http://schemas.microsoft.com/office/drawing/2014/main" id="{031AFB91-ABEB-465F-47AE-ED05B48F18AE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03" name="组合 502">
                <a:extLst>
                  <a:ext uri="{FF2B5EF4-FFF2-40B4-BE49-F238E27FC236}">
                    <a16:creationId xmlns:a16="http://schemas.microsoft.com/office/drawing/2014/main" id="{A9B19818-D250-8C3C-74F3-F8013A527023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12" name="矩形 511">
                  <a:extLst>
                    <a:ext uri="{FF2B5EF4-FFF2-40B4-BE49-F238E27FC236}">
                      <a16:creationId xmlns:a16="http://schemas.microsoft.com/office/drawing/2014/main" id="{ECEE43E3-A1F9-DA4A-4177-CB7EB2C74490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3" name="矩形 512">
                  <a:extLst>
                    <a:ext uri="{FF2B5EF4-FFF2-40B4-BE49-F238E27FC236}">
                      <a16:creationId xmlns:a16="http://schemas.microsoft.com/office/drawing/2014/main" id="{EFBCE7F4-2DAE-1F90-1565-30A1FCA5F41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14" name="矩形 513">
                  <a:extLst>
                    <a:ext uri="{FF2B5EF4-FFF2-40B4-BE49-F238E27FC236}">
                      <a16:creationId xmlns:a16="http://schemas.microsoft.com/office/drawing/2014/main" id="{348BD286-C426-8746-231D-3817F37CBFE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04" name="组合 503">
                <a:extLst>
                  <a:ext uri="{FF2B5EF4-FFF2-40B4-BE49-F238E27FC236}">
                    <a16:creationId xmlns:a16="http://schemas.microsoft.com/office/drawing/2014/main" id="{2B62F461-2CA2-4CFB-2262-BB29D8B56E8E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09" name="矩形 508">
                  <a:extLst>
                    <a:ext uri="{FF2B5EF4-FFF2-40B4-BE49-F238E27FC236}">
                      <a16:creationId xmlns:a16="http://schemas.microsoft.com/office/drawing/2014/main" id="{5BB2FC5C-908D-74EA-1696-5D33C337D2A7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0" name="矩形 509">
                  <a:extLst>
                    <a:ext uri="{FF2B5EF4-FFF2-40B4-BE49-F238E27FC236}">
                      <a16:creationId xmlns:a16="http://schemas.microsoft.com/office/drawing/2014/main" id="{F33ADCFA-9243-5867-8C63-95FA67C1E71A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11" name="矩形 510">
                  <a:extLst>
                    <a:ext uri="{FF2B5EF4-FFF2-40B4-BE49-F238E27FC236}">
                      <a16:creationId xmlns:a16="http://schemas.microsoft.com/office/drawing/2014/main" id="{2C9AA4BB-6977-8CE7-301A-7CB0F2BAE8F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05" name="组合 504">
                <a:extLst>
                  <a:ext uri="{FF2B5EF4-FFF2-40B4-BE49-F238E27FC236}">
                    <a16:creationId xmlns:a16="http://schemas.microsoft.com/office/drawing/2014/main" id="{5CA35CC1-AEF9-2286-89DF-3E801DDEFAA2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06" name="矩形 505">
                  <a:extLst>
                    <a:ext uri="{FF2B5EF4-FFF2-40B4-BE49-F238E27FC236}">
                      <a16:creationId xmlns:a16="http://schemas.microsoft.com/office/drawing/2014/main" id="{9742B413-5B1B-76CA-FE43-309122B64C7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07" name="矩形 506">
                  <a:extLst>
                    <a:ext uri="{FF2B5EF4-FFF2-40B4-BE49-F238E27FC236}">
                      <a16:creationId xmlns:a16="http://schemas.microsoft.com/office/drawing/2014/main" id="{356F6A4A-C13B-C902-F75D-3A3919AB38B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08" name="矩形 507">
                  <a:extLst>
                    <a:ext uri="{FF2B5EF4-FFF2-40B4-BE49-F238E27FC236}">
                      <a16:creationId xmlns:a16="http://schemas.microsoft.com/office/drawing/2014/main" id="{63C6199F-C55C-F7B8-6C1F-E2360AB1B4D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8B963F6C-5E28-0C09-D5ED-A2B1F363469D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491" name="组合 490">
                <a:extLst>
                  <a:ext uri="{FF2B5EF4-FFF2-40B4-BE49-F238E27FC236}">
                    <a16:creationId xmlns:a16="http://schemas.microsoft.com/office/drawing/2014/main" id="{D9D4611D-0E4F-69C0-EE52-29AB3E30B701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00" name="矩形 499">
                  <a:extLst>
                    <a:ext uri="{FF2B5EF4-FFF2-40B4-BE49-F238E27FC236}">
                      <a16:creationId xmlns:a16="http://schemas.microsoft.com/office/drawing/2014/main" id="{F5AE2208-AC01-3841-78B7-392837B6003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01" name="矩形 500">
                  <a:extLst>
                    <a:ext uri="{FF2B5EF4-FFF2-40B4-BE49-F238E27FC236}">
                      <a16:creationId xmlns:a16="http://schemas.microsoft.com/office/drawing/2014/main" id="{8D46B465-2204-2492-77C0-BE401DACDA36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02" name="矩形 501">
                  <a:extLst>
                    <a:ext uri="{FF2B5EF4-FFF2-40B4-BE49-F238E27FC236}">
                      <a16:creationId xmlns:a16="http://schemas.microsoft.com/office/drawing/2014/main" id="{2F78F0C9-8F35-5D6F-FF4E-92F510D0BD7E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92" name="组合 491">
                <a:extLst>
                  <a:ext uri="{FF2B5EF4-FFF2-40B4-BE49-F238E27FC236}">
                    <a16:creationId xmlns:a16="http://schemas.microsoft.com/office/drawing/2014/main" id="{5DF0B177-C2B6-1EEA-ECCD-56B299878004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97" name="矩形 496">
                  <a:extLst>
                    <a:ext uri="{FF2B5EF4-FFF2-40B4-BE49-F238E27FC236}">
                      <a16:creationId xmlns:a16="http://schemas.microsoft.com/office/drawing/2014/main" id="{1F0D8DB7-0349-DB39-6DDE-7FBF1E42899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98" name="矩形 497">
                  <a:extLst>
                    <a:ext uri="{FF2B5EF4-FFF2-40B4-BE49-F238E27FC236}">
                      <a16:creationId xmlns:a16="http://schemas.microsoft.com/office/drawing/2014/main" id="{2452D0A6-31C4-E6A5-D6AE-A57F54E4146D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99" name="矩形 498">
                  <a:extLst>
                    <a:ext uri="{FF2B5EF4-FFF2-40B4-BE49-F238E27FC236}">
                      <a16:creationId xmlns:a16="http://schemas.microsoft.com/office/drawing/2014/main" id="{28EDC63C-8235-1140-BB20-BF8E949CC60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493" name="组合 492">
                <a:extLst>
                  <a:ext uri="{FF2B5EF4-FFF2-40B4-BE49-F238E27FC236}">
                    <a16:creationId xmlns:a16="http://schemas.microsoft.com/office/drawing/2014/main" id="{5C33CF13-0229-332A-8BE5-CCA18F93E798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494" name="矩形 493">
                  <a:extLst>
                    <a:ext uri="{FF2B5EF4-FFF2-40B4-BE49-F238E27FC236}">
                      <a16:creationId xmlns:a16="http://schemas.microsoft.com/office/drawing/2014/main" id="{B76C9BD6-4B6E-6FCE-12C3-7B62C42EB2E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95" name="矩形 494">
                  <a:extLst>
                    <a:ext uri="{FF2B5EF4-FFF2-40B4-BE49-F238E27FC236}">
                      <a16:creationId xmlns:a16="http://schemas.microsoft.com/office/drawing/2014/main" id="{84F5B05A-942D-24B2-A74B-7615200673C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496" name="矩形 495">
                  <a:extLst>
                    <a:ext uri="{FF2B5EF4-FFF2-40B4-BE49-F238E27FC236}">
                      <a16:creationId xmlns:a16="http://schemas.microsoft.com/office/drawing/2014/main" id="{9B74B5E5-7525-4239-FA24-6F76D32A2A75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515" name="组合 514">
            <a:extLst>
              <a:ext uri="{FF2B5EF4-FFF2-40B4-BE49-F238E27FC236}">
                <a16:creationId xmlns:a16="http://schemas.microsoft.com/office/drawing/2014/main" id="{EC48E6AD-E6F9-8004-8303-6F363BA6FD8E}"/>
              </a:ext>
            </a:extLst>
          </p:cNvPr>
          <p:cNvGrpSpPr/>
          <p:nvPr/>
        </p:nvGrpSpPr>
        <p:grpSpPr>
          <a:xfrm>
            <a:off x="19368609" y="12164616"/>
            <a:ext cx="961356" cy="481098"/>
            <a:chOff x="2826931" y="15262837"/>
            <a:chExt cx="961356" cy="481098"/>
          </a:xfrm>
          <a:solidFill>
            <a:srgbClr val="CF89D9"/>
          </a:solidFill>
        </p:grpSpPr>
        <p:grpSp>
          <p:nvGrpSpPr>
            <p:cNvPr id="516" name="组合 515">
              <a:extLst>
                <a:ext uri="{FF2B5EF4-FFF2-40B4-BE49-F238E27FC236}">
                  <a16:creationId xmlns:a16="http://schemas.microsoft.com/office/drawing/2014/main" id="{77145F9F-3C10-ACE7-DABA-0F605147DFB6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30" name="组合 529">
                <a:extLst>
                  <a:ext uri="{FF2B5EF4-FFF2-40B4-BE49-F238E27FC236}">
                    <a16:creationId xmlns:a16="http://schemas.microsoft.com/office/drawing/2014/main" id="{1E79E013-24DA-9422-4D75-B8D20FB3CA9E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39" name="矩形 538">
                  <a:extLst>
                    <a:ext uri="{FF2B5EF4-FFF2-40B4-BE49-F238E27FC236}">
                      <a16:creationId xmlns:a16="http://schemas.microsoft.com/office/drawing/2014/main" id="{34C84B87-59FC-F664-8272-070E9DB5E32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40" name="矩形 539">
                  <a:extLst>
                    <a:ext uri="{FF2B5EF4-FFF2-40B4-BE49-F238E27FC236}">
                      <a16:creationId xmlns:a16="http://schemas.microsoft.com/office/drawing/2014/main" id="{1944561D-D347-BFBB-35C2-59BDA50BECF8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41" name="矩形 540">
                  <a:extLst>
                    <a:ext uri="{FF2B5EF4-FFF2-40B4-BE49-F238E27FC236}">
                      <a16:creationId xmlns:a16="http://schemas.microsoft.com/office/drawing/2014/main" id="{3ECB38E4-4AAE-373B-B820-B1A924C205F2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31" name="组合 530">
                <a:extLst>
                  <a:ext uri="{FF2B5EF4-FFF2-40B4-BE49-F238E27FC236}">
                    <a16:creationId xmlns:a16="http://schemas.microsoft.com/office/drawing/2014/main" id="{16A8EABD-9D50-9948-2A35-6BA5421238DE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36" name="矩形 535">
                  <a:extLst>
                    <a:ext uri="{FF2B5EF4-FFF2-40B4-BE49-F238E27FC236}">
                      <a16:creationId xmlns:a16="http://schemas.microsoft.com/office/drawing/2014/main" id="{50F60F62-C9FB-F76B-CA9D-A5648DBB8E71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37" name="矩形 536">
                  <a:extLst>
                    <a:ext uri="{FF2B5EF4-FFF2-40B4-BE49-F238E27FC236}">
                      <a16:creationId xmlns:a16="http://schemas.microsoft.com/office/drawing/2014/main" id="{D7A73CCB-374A-F006-B59D-0F13E72FE61C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38" name="矩形 537">
                  <a:extLst>
                    <a:ext uri="{FF2B5EF4-FFF2-40B4-BE49-F238E27FC236}">
                      <a16:creationId xmlns:a16="http://schemas.microsoft.com/office/drawing/2014/main" id="{16C9D955-6FAA-82F4-0BAA-891E0BDD403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32" name="组合 531">
                <a:extLst>
                  <a:ext uri="{FF2B5EF4-FFF2-40B4-BE49-F238E27FC236}">
                    <a16:creationId xmlns:a16="http://schemas.microsoft.com/office/drawing/2014/main" id="{AF15A734-A27F-9243-8BCD-6E61D609487C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33" name="矩形 532">
                  <a:extLst>
                    <a:ext uri="{FF2B5EF4-FFF2-40B4-BE49-F238E27FC236}">
                      <a16:creationId xmlns:a16="http://schemas.microsoft.com/office/drawing/2014/main" id="{E3EBBD3E-1E1A-452E-A6F2-A61F30014D6C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34" name="矩形 533">
                  <a:extLst>
                    <a:ext uri="{FF2B5EF4-FFF2-40B4-BE49-F238E27FC236}">
                      <a16:creationId xmlns:a16="http://schemas.microsoft.com/office/drawing/2014/main" id="{9D7A7B63-30E5-AFF9-4DC5-570EC910E0E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35" name="矩形 534">
                  <a:extLst>
                    <a:ext uri="{FF2B5EF4-FFF2-40B4-BE49-F238E27FC236}">
                      <a16:creationId xmlns:a16="http://schemas.microsoft.com/office/drawing/2014/main" id="{54008B04-BAAC-A6E9-7318-11F4BBAC8118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517" name="组合 516">
              <a:extLst>
                <a:ext uri="{FF2B5EF4-FFF2-40B4-BE49-F238E27FC236}">
                  <a16:creationId xmlns:a16="http://schemas.microsoft.com/office/drawing/2014/main" id="{A65E50C7-79A1-9EB2-82A1-05D8AD385AAC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18" name="组合 517">
                <a:extLst>
                  <a:ext uri="{FF2B5EF4-FFF2-40B4-BE49-F238E27FC236}">
                    <a16:creationId xmlns:a16="http://schemas.microsoft.com/office/drawing/2014/main" id="{0CCFD853-9021-48E5-17A0-93FFEA727D54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27" name="矩形 526">
                  <a:extLst>
                    <a:ext uri="{FF2B5EF4-FFF2-40B4-BE49-F238E27FC236}">
                      <a16:creationId xmlns:a16="http://schemas.microsoft.com/office/drawing/2014/main" id="{2A9C0467-45C1-E9B6-992D-38D3BDB8CD07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8" name="矩形 527">
                  <a:extLst>
                    <a:ext uri="{FF2B5EF4-FFF2-40B4-BE49-F238E27FC236}">
                      <a16:creationId xmlns:a16="http://schemas.microsoft.com/office/drawing/2014/main" id="{B3738D5E-A468-2ABB-EA38-85766A56954D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29" name="矩形 528">
                  <a:extLst>
                    <a:ext uri="{FF2B5EF4-FFF2-40B4-BE49-F238E27FC236}">
                      <a16:creationId xmlns:a16="http://schemas.microsoft.com/office/drawing/2014/main" id="{629C7746-FC63-A733-B434-BAD68CF7B47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19" name="组合 518">
                <a:extLst>
                  <a:ext uri="{FF2B5EF4-FFF2-40B4-BE49-F238E27FC236}">
                    <a16:creationId xmlns:a16="http://schemas.microsoft.com/office/drawing/2014/main" id="{57A5E879-86E5-CB61-F0A9-2B8EDF4F0EEA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24" name="矩形 523">
                  <a:extLst>
                    <a:ext uri="{FF2B5EF4-FFF2-40B4-BE49-F238E27FC236}">
                      <a16:creationId xmlns:a16="http://schemas.microsoft.com/office/drawing/2014/main" id="{5AF49854-C06A-07BD-8725-624243D11C0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5" name="矩形 524">
                  <a:extLst>
                    <a:ext uri="{FF2B5EF4-FFF2-40B4-BE49-F238E27FC236}">
                      <a16:creationId xmlns:a16="http://schemas.microsoft.com/office/drawing/2014/main" id="{BDAA5B6C-388E-A31A-440F-17B6A39F855A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26" name="矩形 525">
                  <a:extLst>
                    <a:ext uri="{FF2B5EF4-FFF2-40B4-BE49-F238E27FC236}">
                      <a16:creationId xmlns:a16="http://schemas.microsoft.com/office/drawing/2014/main" id="{118A4DEB-A209-8798-BE27-5AB483FABDD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20" name="组合 519">
                <a:extLst>
                  <a:ext uri="{FF2B5EF4-FFF2-40B4-BE49-F238E27FC236}">
                    <a16:creationId xmlns:a16="http://schemas.microsoft.com/office/drawing/2014/main" id="{6EF5A0B3-49EA-3212-684F-DD8A694B4758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21" name="矩形 520">
                  <a:extLst>
                    <a:ext uri="{FF2B5EF4-FFF2-40B4-BE49-F238E27FC236}">
                      <a16:creationId xmlns:a16="http://schemas.microsoft.com/office/drawing/2014/main" id="{25D616C4-0BBE-2967-D0D4-16CA91459165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2" name="矩形 521">
                  <a:extLst>
                    <a:ext uri="{FF2B5EF4-FFF2-40B4-BE49-F238E27FC236}">
                      <a16:creationId xmlns:a16="http://schemas.microsoft.com/office/drawing/2014/main" id="{23C52B92-239E-6748-9492-79AEB2DE7DA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23" name="矩形 522">
                  <a:extLst>
                    <a:ext uri="{FF2B5EF4-FFF2-40B4-BE49-F238E27FC236}">
                      <a16:creationId xmlns:a16="http://schemas.microsoft.com/office/drawing/2014/main" id="{57E56AF7-63A4-1EF9-C8A4-2B29B333AC9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3191D8F-07FD-463A-8789-76E64801FE4E}"/>
                  </a:ext>
                </a:extLst>
              </p:cNvPr>
              <p:cNvSpPr txBox="1"/>
              <p:nvPr/>
            </p:nvSpPr>
            <p:spPr>
              <a:xfrm>
                <a:off x="14200386" y="12669912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3191D8F-07FD-463A-8789-76E64801F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386" y="12669912"/>
                <a:ext cx="994477" cy="38202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FAC89602-62B7-34FA-70F8-D6C2411EFB89}"/>
                  </a:ext>
                </a:extLst>
              </p:cNvPr>
              <p:cNvSpPr txBox="1"/>
              <p:nvPr/>
            </p:nvSpPr>
            <p:spPr>
              <a:xfrm>
                <a:off x="16594433" y="12669912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FAC89602-62B7-34FA-70F8-D6C2411EF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4433" y="12669912"/>
                <a:ext cx="994476" cy="38202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E0C8CE86-197C-A128-93F7-0599B5B455C4}"/>
                  </a:ext>
                </a:extLst>
              </p:cNvPr>
              <p:cNvSpPr txBox="1"/>
              <p:nvPr/>
            </p:nvSpPr>
            <p:spPr>
              <a:xfrm>
                <a:off x="19352049" y="12660893"/>
                <a:ext cx="994476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E0C8CE86-197C-A128-93F7-0599B5B4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2049" y="12660893"/>
                <a:ext cx="994476" cy="38202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5" name="圆角矩形 544">
            <a:extLst>
              <a:ext uri="{FF2B5EF4-FFF2-40B4-BE49-F238E27FC236}">
                <a16:creationId xmlns:a16="http://schemas.microsoft.com/office/drawing/2014/main" id="{E812C1C2-F387-3E1C-0D5D-9146D3B0A3DF}"/>
              </a:ext>
            </a:extLst>
          </p:cNvPr>
          <p:cNvSpPr/>
          <p:nvPr/>
        </p:nvSpPr>
        <p:spPr>
          <a:xfrm>
            <a:off x="14186898" y="11620973"/>
            <a:ext cx="6146138" cy="382028"/>
          </a:xfrm>
          <a:prstGeom prst="roundRect">
            <a:avLst>
              <a:gd name="adj" fmla="val 7982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Cross-attention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0" name="直线箭头连接符 549">
            <a:extLst>
              <a:ext uri="{FF2B5EF4-FFF2-40B4-BE49-F238E27FC236}">
                <a16:creationId xmlns:a16="http://schemas.microsoft.com/office/drawing/2014/main" id="{E795A046-0C63-B861-0542-969C26D450C3}"/>
              </a:ext>
            </a:extLst>
          </p:cNvPr>
          <p:cNvCxnSpPr>
            <a:cxnSpLocks/>
          </p:cNvCxnSpPr>
          <p:nvPr/>
        </p:nvCxnSpPr>
        <p:spPr>
          <a:xfrm>
            <a:off x="14649729" y="13037961"/>
            <a:ext cx="0" cy="10557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1" name="直线箭头连接符 550">
            <a:extLst>
              <a:ext uri="{FF2B5EF4-FFF2-40B4-BE49-F238E27FC236}">
                <a16:creationId xmlns:a16="http://schemas.microsoft.com/office/drawing/2014/main" id="{06793F8C-2526-5DB4-25F8-CE3228E6AEDD}"/>
              </a:ext>
            </a:extLst>
          </p:cNvPr>
          <p:cNvCxnSpPr>
            <a:cxnSpLocks/>
            <a:endCxn id="725" idx="0"/>
          </p:cNvCxnSpPr>
          <p:nvPr/>
        </p:nvCxnSpPr>
        <p:spPr>
          <a:xfrm>
            <a:off x="17060861" y="13037961"/>
            <a:ext cx="17322" cy="18707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2" name="直线箭头连接符 551">
            <a:extLst>
              <a:ext uri="{FF2B5EF4-FFF2-40B4-BE49-F238E27FC236}">
                <a16:creationId xmlns:a16="http://schemas.microsoft.com/office/drawing/2014/main" id="{C89C2597-B8B8-9714-01D9-CC48B84A2EF5}"/>
              </a:ext>
            </a:extLst>
          </p:cNvPr>
          <p:cNvCxnSpPr>
            <a:cxnSpLocks/>
          </p:cNvCxnSpPr>
          <p:nvPr/>
        </p:nvCxnSpPr>
        <p:spPr>
          <a:xfrm>
            <a:off x="19818477" y="13037961"/>
            <a:ext cx="0" cy="10557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3" name="直线箭头连接符 552">
            <a:extLst>
              <a:ext uri="{FF2B5EF4-FFF2-40B4-BE49-F238E27FC236}">
                <a16:creationId xmlns:a16="http://schemas.microsoft.com/office/drawing/2014/main" id="{660C4C6B-741F-3D4F-647E-C26909BFF69F}"/>
              </a:ext>
            </a:extLst>
          </p:cNvPr>
          <p:cNvCxnSpPr>
            <a:cxnSpLocks/>
          </p:cNvCxnSpPr>
          <p:nvPr/>
        </p:nvCxnSpPr>
        <p:spPr>
          <a:xfrm>
            <a:off x="14667051" y="14075964"/>
            <a:ext cx="516874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8" name="文本框 557">
            <a:extLst>
              <a:ext uri="{FF2B5EF4-FFF2-40B4-BE49-F238E27FC236}">
                <a16:creationId xmlns:a16="http://schemas.microsoft.com/office/drawing/2014/main" id="{8B5EF031-154C-C073-DD12-18BD41583D95}"/>
              </a:ext>
            </a:extLst>
          </p:cNvPr>
          <p:cNvSpPr txBox="1"/>
          <p:nvPr/>
        </p:nvSpPr>
        <p:spPr>
          <a:xfrm>
            <a:off x="17048390" y="14277278"/>
            <a:ext cx="123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8F0DE5D4-4BB3-B851-8017-84B115429253}"/>
              </a:ext>
            </a:extLst>
          </p:cNvPr>
          <p:cNvGrpSpPr/>
          <p:nvPr/>
        </p:nvGrpSpPr>
        <p:grpSpPr>
          <a:xfrm>
            <a:off x="16602144" y="15957640"/>
            <a:ext cx="961356" cy="481098"/>
            <a:chOff x="2826931" y="15262837"/>
            <a:chExt cx="961356" cy="481098"/>
          </a:xfrm>
          <a:solidFill>
            <a:srgbClr val="47F9C6"/>
          </a:solidFill>
        </p:grpSpPr>
        <p:grpSp>
          <p:nvGrpSpPr>
            <p:cNvPr id="560" name="组合 559">
              <a:extLst>
                <a:ext uri="{FF2B5EF4-FFF2-40B4-BE49-F238E27FC236}">
                  <a16:creationId xmlns:a16="http://schemas.microsoft.com/office/drawing/2014/main" id="{6514ACFB-269B-B2E7-7180-6E96873A4E36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74" name="组合 573">
                <a:extLst>
                  <a:ext uri="{FF2B5EF4-FFF2-40B4-BE49-F238E27FC236}">
                    <a16:creationId xmlns:a16="http://schemas.microsoft.com/office/drawing/2014/main" id="{556F7F06-15F5-CD91-93AB-9A338AFA3078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83" name="矩形 582">
                  <a:extLst>
                    <a:ext uri="{FF2B5EF4-FFF2-40B4-BE49-F238E27FC236}">
                      <a16:creationId xmlns:a16="http://schemas.microsoft.com/office/drawing/2014/main" id="{ED35A8E7-CBFB-85B9-E1EC-43B5F5D2D58B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84" name="矩形 583">
                  <a:extLst>
                    <a:ext uri="{FF2B5EF4-FFF2-40B4-BE49-F238E27FC236}">
                      <a16:creationId xmlns:a16="http://schemas.microsoft.com/office/drawing/2014/main" id="{17832F95-E07A-7CD8-06E0-F9DC391432F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85" name="矩形 584">
                  <a:extLst>
                    <a:ext uri="{FF2B5EF4-FFF2-40B4-BE49-F238E27FC236}">
                      <a16:creationId xmlns:a16="http://schemas.microsoft.com/office/drawing/2014/main" id="{FE2E8BF3-7FDB-6974-8B6A-4CADC3B85C5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75" name="组合 574">
                <a:extLst>
                  <a:ext uri="{FF2B5EF4-FFF2-40B4-BE49-F238E27FC236}">
                    <a16:creationId xmlns:a16="http://schemas.microsoft.com/office/drawing/2014/main" id="{B319E1C4-0A75-70F6-66C0-1016D2A13335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80" name="矩形 579">
                  <a:extLst>
                    <a:ext uri="{FF2B5EF4-FFF2-40B4-BE49-F238E27FC236}">
                      <a16:creationId xmlns:a16="http://schemas.microsoft.com/office/drawing/2014/main" id="{BAF214CA-93A4-624B-1008-1330E3798A2A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81" name="矩形 580">
                  <a:extLst>
                    <a:ext uri="{FF2B5EF4-FFF2-40B4-BE49-F238E27FC236}">
                      <a16:creationId xmlns:a16="http://schemas.microsoft.com/office/drawing/2014/main" id="{1662A8A9-069D-6DCD-7B9B-D5717D3B2B35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82" name="矩形 581">
                  <a:extLst>
                    <a:ext uri="{FF2B5EF4-FFF2-40B4-BE49-F238E27FC236}">
                      <a16:creationId xmlns:a16="http://schemas.microsoft.com/office/drawing/2014/main" id="{FB5C912C-541E-06CA-80C8-BC8BF9D6C0F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76" name="组合 575">
                <a:extLst>
                  <a:ext uri="{FF2B5EF4-FFF2-40B4-BE49-F238E27FC236}">
                    <a16:creationId xmlns:a16="http://schemas.microsoft.com/office/drawing/2014/main" id="{CE0AB710-B430-8BB4-1297-4B5C0CB987D5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77" name="矩形 576">
                  <a:extLst>
                    <a:ext uri="{FF2B5EF4-FFF2-40B4-BE49-F238E27FC236}">
                      <a16:creationId xmlns:a16="http://schemas.microsoft.com/office/drawing/2014/main" id="{C05ACE27-E99F-733C-66FA-9A95F2719E4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78" name="矩形 577">
                  <a:extLst>
                    <a:ext uri="{FF2B5EF4-FFF2-40B4-BE49-F238E27FC236}">
                      <a16:creationId xmlns:a16="http://schemas.microsoft.com/office/drawing/2014/main" id="{EC8345B6-96CB-0051-8347-D84813739DB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79" name="矩形 578">
                  <a:extLst>
                    <a:ext uri="{FF2B5EF4-FFF2-40B4-BE49-F238E27FC236}">
                      <a16:creationId xmlns:a16="http://schemas.microsoft.com/office/drawing/2014/main" id="{56B217A2-0512-37F3-F02E-E450461AA47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561" name="组合 560">
              <a:extLst>
                <a:ext uri="{FF2B5EF4-FFF2-40B4-BE49-F238E27FC236}">
                  <a16:creationId xmlns:a16="http://schemas.microsoft.com/office/drawing/2014/main" id="{C4AA5E1B-216A-0823-34EF-BD8ECE6E7F6A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62" name="组合 561">
                <a:extLst>
                  <a:ext uri="{FF2B5EF4-FFF2-40B4-BE49-F238E27FC236}">
                    <a16:creationId xmlns:a16="http://schemas.microsoft.com/office/drawing/2014/main" id="{66DA105A-DD8E-126F-4FD9-150F4C2F0200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71" name="矩形 570">
                  <a:extLst>
                    <a:ext uri="{FF2B5EF4-FFF2-40B4-BE49-F238E27FC236}">
                      <a16:creationId xmlns:a16="http://schemas.microsoft.com/office/drawing/2014/main" id="{2CF1D02D-7D57-48C6-FA50-402C7FF87B67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72" name="矩形 571">
                  <a:extLst>
                    <a:ext uri="{FF2B5EF4-FFF2-40B4-BE49-F238E27FC236}">
                      <a16:creationId xmlns:a16="http://schemas.microsoft.com/office/drawing/2014/main" id="{4A9FD467-166B-C9AE-E61F-DAE7C0F269F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73" name="矩形 572">
                  <a:extLst>
                    <a:ext uri="{FF2B5EF4-FFF2-40B4-BE49-F238E27FC236}">
                      <a16:creationId xmlns:a16="http://schemas.microsoft.com/office/drawing/2014/main" id="{26471B01-B4E0-235C-9295-C41EED603AB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63" name="组合 562">
                <a:extLst>
                  <a:ext uri="{FF2B5EF4-FFF2-40B4-BE49-F238E27FC236}">
                    <a16:creationId xmlns:a16="http://schemas.microsoft.com/office/drawing/2014/main" id="{46FC5D72-5A34-4839-D018-CF9FB6D3E41E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68" name="矩形 567">
                  <a:extLst>
                    <a:ext uri="{FF2B5EF4-FFF2-40B4-BE49-F238E27FC236}">
                      <a16:creationId xmlns:a16="http://schemas.microsoft.com/office/drawing/2014/main" id="{282B3B88-CCC0-E1FA-D652-BA68FD7D4A4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69" name="矩形 568">
                  <a:extLst>
                    <a:ext uri="{FF2B5EF4-FFF2-40B4-BE49-F238E27FC236}">
                      <a16:creationId xmlns:a16="http://schemas.microsoft.com/office/drawing/2014/main" id="{D827435A-F7EB-4C3D-5FB6-39AF57C42D1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70" name="矩形 569">
                  <a:extLst>
                    <a:ext uri="{FF2B5EF4-FFF2-40B4-BE49-F238E27FC236}">
                      <a16:creationId xmlns:a16="http://schemas.microsoft.com/office/drawing/2014/main" id="{C14361A0-A637-C207-121E-F46B11F32DC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64" name="组合 563">
                <a:extLst>
                  <a:ext uri="{FF2B5EF4-FFF2-40B4-BE49-F238E27FC236}">
                    <a16:creationId xmlns:a16="http://schemas.microsoft.com/office/drawing/2014/main" id="{7C0DC7C8-1D21-1A55-9F86-583A31DA5941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65" name="矩形 564">
                  <a:extLst>
                    <a:ext uri="{FF2B5EF4-FFF2-40B4-BE49-F238E27FC236}">
                      <a16:creationId xmlns:a16="http://schemas.microsoft.com/office/drawing/2014/main" id="{34ED9EF8-4516-69DC-D9F4-C98880B764C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66" name="矩形 565">
                  <a:extLst>
                    <a:ext uri="{FF2B5EF4-FFF2-40B4-BE49-F238E27FC236}">
                      <a16:creationId xmlns:a16="http://schemas.microsoft.com/office/drawing/2014/main" id="{372F7ADE-75C9-8CBC-46D5-62E561E927F1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67" name="矩形 566">
                  <a:extLst>
                    <a:ext uri="{FF2B5EF4-FFF2-40B4-BE49-F238E27FC236}">
                      <a16:creationId xmlns:a16="http://schemas.microsoft.com/office/drawing/2014/main" id="{C2BCA0D7-AEB8-2E4B-EFC7-D2E65341FEAA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586" name="组合 585">
            <a:extLst>
              <a:ext uri="{FF2B5EF4-FFF2-40B4-BE49-F238E27FC236}">
                <a16:creationId xmlns:a16="http://schemas.microsoft.com/office/drawing/2014/main" id="{52A13998-65B2-57D2-CCB0-6553D0AE9B5C}"/>
              </a:ext>
            </a:extLst>
          </p:cNvPr>
          <p:cNvGrpSpPr/>
          <p:nvPr/>
        </p:nvGrpSpPr>
        <p:grpSpPr>
          <a:xfrm>
            <a:off x="16602144" y="16437417"/>
            <a:ext cx="961356" cy="481098"/>
            <a:chOff x="2826931" y="15262837"/>
            <a:chExt cx="961356" cy="481098"/>
          </a:xfrm>
          <a:solidFill>
            <a:srgbClr val="41BFFF"/>
          </a:solidFill>
        </p:grpSpPr>
        <p:grpSp>
          <p:nvGrpSpPr>
            <p:cNvPr id="587" name="组合 586">
              <a:extLst>
                <a:ext uri="{FF2B5EF4-FFF2-40B4-BE49-F238E27FC236}">
                  <a16:creationId xmlns:a16="http://schemas.microsoft.com/office/drawing/2014/main" id="{9DB26CC5-351C-EC90-28F9-412B7BA3ED30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601" name="组合 600">
                <a:extLst>
                  <a:ext uri="{FF2B5EF4-FFF2-40B4-BE49-F238E27FC236}">
                    <a16:creationId xmlns:a16="http://schemas.microsoft.com/office/drawing/2014/main" id="{55765C8B-C9A9-32FE-B461-E025536A76DD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10" name="矩形 609">
                  <a:extLst>
                    <a:ext uri="{FF2B5EF4-FFF2-40B4-BE49-F238E27FC236}">
                      <a16:creationId xmlns:a16="http://schemas.microsoft.com/office/drawing/2014/main" id="{FEA42BA1-BCE3-CD0D-1F92-A3521BFC9AD6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11" name="矩形 610">
                  <a:extLst>
                    <a:ext uri="{FF2B5EF4-FFF2-40B4-BE49-F238E27FC236}">
                      <a16:creationId xmlns:a16="http://schemas.microsoft.com/office/drawing/2014/main" id="{C47998C6-1765-CCC6-E41B-F00215AD239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12" name="矩形 611">
                  <a:extLst>
                    <a:ext uri="{FF2B5EF4-FFF2-40B4-BE49-F238E27FC236}">
                      <a16:creationId xmlns:a16="http://schemas.microsoft.com/office/drawing/2014/main" id="{9FBD684B-38DE-6859-0C5A-F9478F50E1A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02" name="组合 601">
                <a:extLst>
                  <a:ext uri="{FF2B5EF4-FFF2-40B4-BE49-F238E27FC236}">
                    <a16:creationId xmlns:a16="http://schemas.microsoft.com/office/drawing/2014/main" id="{E64B5305-BF70-EB8D-C89B-5FCB1979AA09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07" name="矩形 606">
                  <a:extLst>
                    <a:ext uri="{FF2B5EF4-FFF2-40B4-BE49-F238E27FC236}">
                      <a16:creationId xmlns:a16="http://schemas.microsoft.com/office/drawing/2014/main" id="{B4AA18DC-F3C3-30B5-4536-E93B43F27B0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08" name="矩形 607">
                  <a:extLst>
                    <a:ext uri="{FF2B5EF4-FFF2-40B4-BE49-F238E27FC236}">
                      <a16:creationId xmlns:a16="http://schemas.microsoft.com/office/drawing/2014/main" id="{95FE77F7-6145-E4F9-7DC2-74845302FB8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09" name="矩形 608">
                  <a:extLst>
                    <a:ext uri="{FF2B5EF4-FFF2-40B4-BE49-F238E27FC236}">
                      <a16:creationId xmlns:a16="http://schemas.microsoft.com/office/drawing/2014/main" id="{F80E9F56-FD43-6366-F2ED-78043AA25E93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03" name="组合 602">
                <a:extLst>
                  <a:ext uri="{FF2B5EF4-FFF2-40B4-BE49-F238E27FC236}">
                    <a16:creationId xmlns:a16="http://schemas.microsoft.com/office/drawing/2014/main" id="{B13DEAB6-BA01-FFCD-DFD4-239B4D32E0A8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04" name="矩形 603">
                  <a:extLst>
                    <a:ext uri="{FF2B5EF4-FFF2-40B4-BE49-F238E27FC236}">
                      <a16:creationId xmlns:a16="http://schemas.microsoft.com/office/drawing/2014/main" id="{809B90A7-47CB-2BF6-05D5-30DAF829BC1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05" name="矩形 604">
                  <a:extLst>
                    <a:ext uri="{FF2B5EF4-FFF2-40B4-BE49-F238E27FC236}">
                      <a16:creationId xmlns:a16="http://schemas.microsoft.com/office/drawing/2014/main" id="{99D1812C-772E-58C7-C2B1-8093E2CCCF4F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06" name="矩形 605">
                  <a:extLst>
                    <a:ext uri="{FF2B5EF4-FFF2-40B4-BE49-F238E27FC236}">
                      <a16:creationId xmlns:a16="http://schemas.microsoft.com/office/drawing/2014/main" id="{8D6D80FC-5126-3224-A4F2-32C0EFD135F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588" name="组合 587">
              <a:extLst>
                <a:ext uri="{FF2B5EF4-FFF2-40B4-BE49-F238E27FC236}">
                  <a16:creationId xmlns:a16="http://schemas.microsoft.com/office/drawing/2014/main" id="{06126246-8001-ED39-F13E-47E861B33DAB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589" name="组合 588">
                <a:extLst>
                  <a:ext uri="{FF2B5EF4-FFF2-40B4-BE49-F238E27FC236}">
                    <a16:creationId xmlns:a16="http://schemas.microsoft.com/office/drawing/2014/main" id="{CB7D21F6-6A87-350E-5E2E-650435CE1A31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98" name="矩形 597">
                  <a:extLst>
                    <a:ext uri="{FF2B5EF4-FFF2-40B4-BE49-F238E27FC236}">
                      <a16:creationId xmlns:a16="http://schemas.microsoft.com/office/drawing/2014/main" id="{0E557479-6FD1-BBB2-A94C-8855CBF072F7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99" name="矩形 598">
                  <a:extLst>
                    <a:ext uri="{FF2B5EF4-FFF2-40B4-BE49-F238E27FC236}">
                      <a16:creationId xmlns:a16="http://schemas.microsoft.com/office/drawing/2014/main" id="{1DB4A05A-C487-3F29-E793-EC97FAB39CE0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00" name="矩形 599">
                  <a:extLst>
                    <a:ext uri="{FF2B5EF4-FFF2-40B4-BE49-F238E27FC236}">
                      <a16:creationId xmlns:a16="http://schemas.microsoft.com/office/drawing/2014/main" id="{F7A5991D-31E0-9A7C-6C58-BD7CE2AFDEBB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90" name="组合 589">
                <a:extLst>
                  <a:ext uri="{FF2B5EF4-FFF2-40B4-BE49-F238E27FC236}">
                    <a16:creationId xmlns:a16="http://schemas.microsoft.com/office/drawing/2014/main" id="{1C0F3FD8-251A-8F0E-2CE5-CC2ECBA62875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95" name="矩形 594">
                  <a:extLst>
                    <a:ext uri="{FF2B5EF4-FFF2-40B4-BE49-F238E27FC236}">
                      <a16:creationId xmlns:a16="http://schemas.microsoft.com/office/drawing/2014/main" id="{89B37D76-4451-FC29-ED30-2BC974E8F6C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96" name="矩形 595">
                  <a:extLst>
                    <a:ext uri="{FF2B5EF4-FFF2-40B4-BE49-F238E27FC236}">
                      <a16:creationId xmlns:a16="http://schemas.microsoft.com/office/drawing/2014/main" id="{2B9CCB84-1443-0FA3-8864-E180E70B2113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97" name="矩形 596">
                  <a:extLst>
                    <a:ext uri="{FF2B5EF4-FFF2-40B4-BE49-F238E27FC236}">
                      <a16:creationId xmlns:a16="http://schemas.microsoft.com/office/drawing/2014/main" id="{904BA494-5873-DF39-BB95-C12D875818C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591" name="组合 590">
                <a:extLst>
                  <a:ext uri="{FF2B5EF4-FFF2-40B4-BE49-F238E27FC236}">
                    <a16:creationId xmlns:a16="http://schemas.microsoft.com/office/drawing/2014/main" id="{EE97495A-B8EC-77A1-5766-A0D104BDFFDD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592" name="矩形 591">
                  <a:extLst>
                    <a:ext uri="{FF2B5EF4-FFF2-40B4-BE49-F238E27FC236}">
                      <a16:creationId xmlns:a16="http://schemas.microsoft.com/office/drawing/2014/main" id="{6F16DBBB-14B4-C26D-5EB6-B52EB6E445F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93" name="矩形 592">
                  <a:extLst>
                    <a:ext uri="{FF2B5EF4-FFF2-40B4-BE49-F238E27FC236}">
                      <a16:creationId xmlns:a16="http://schemas.microsoft.com/office/drawing/2014/main" id="{419E4B9E-ADFE-7092-D507-6DB73CD61E24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94" name="矩形 593">
                  <a:extLst>
                    <a:ext uri="{FF2B5EF4-FFF2-40B4-BE49-F238E27FC236}">
                      <a16:creationId xmlns:a16="http://schemas.microsoft.com/office/drawing/2014/main" id="{8A1B7974-92DD-C2F7-D523-8C9C79695C4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grpSp>
        <p:nvGrpSpPr>
          <p:cNvPr id="613" name="组合 612">
            <a:extLst>
              <a:ext uri="{FF2B5EF4-FFF2-40B4-BE49-F238E27FC236}">
                <a16:creationId xmlns:a16="http://schemas.microsoft.com/office/drawing/2014/main" id="{EEAFF1B4-C7B4-EC9B-4F6D-5D08E62B5CE5}"/>
              </a:ext>
            </a:extLst>
          </p:cNvPr>
          <p:cNvGrpSpPr/>
          <p:nvPr/>
        </p:nvGrpSpPr>
        <p:grpSpPr>
          <a:xfrm>
            <a:off x="16602144" y="16922515"/>
            <a:ext cx="961356" cy="481098"/>
            <a:chOff x="2826931" y="15262837"/>
            <a:chExt cx="961356" cy="481098"/>
          </a:xfrm>
          <a:solidFill>
            <a:srgbClr val="CF89D9"/>
          </a:solidFill>
        </p:grpSpPr>
        <p:grpSp>
          <p:nvGrpSpPr>
            <p:cNvPr id="614" name="组合 613">
              <a:extLst>
                <a:ext uri="{FF2B5EF4-FFF2-40B4-BE49-F238E27FC236}">
                  <a16:creationId xmlns:a16="http://schemas.microsoft.com/office/drawing/2014/main" id="{D184C79E-D31A-8995-A997-45CC72526829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628" name="组合 627">
                <a:extLst>
                  <a:ext uri="{FF2B5EF4-FFF2-40B4-BE49-F238E27FC236}">
                    <a16:creationId xmlns:a16="http://schemas.microsoft.com/office/drawing/2014/main" id="{8A06F456-7BE2-BF35-73C4-E6405C92466B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37" name="矩形 636">
                  <a:extLst>
                    <a:ext uri="{FF2B5EF4-FFF2-40B4-BE49-F238E27FC236}">
                      <a16:creationId xmlns:a16="http://schemas.microsoft.com/office/drawing/2014/main" id="{2968D611-4ABC-EAB7-5DCB-97F4DC788B65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8" name="矩形 637">
                  <a:extLst>
                    <a:ext uri="{FF2B5EF4-FFF2-40B4-BE49-F238E27FC236}">
                      <a16:creationId xmlns:a16="http://schemas.microsoft.com/office/drawing/2014/main" id="{60F43FB1-4E53-8D9F-9412-4A105D0945A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39" name="矩形 638">
                  <a:extLst>
                    <a:ext uri="{FF2B5EF4-FFF2-40B4-BE49-F238E27FC236}">
                      <a16:creationId xmlns:a16="http://schemas.microsoft.com/office/drawing/2014/main" id="{5B251DF2-BE7F-9A2D-DD04-DDABCBA9C477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29" name="组合 628">
                <a:extLst>
                  <a:ext uri="{FF2B5EF4-FFF2-40B4-BE49-F238E27FC236}">
                    <a16:creationId xmlns:a16="http://schemas.microsoft.com/office/drawing/2014/main" id="{729EC17A-51FD-BBC2-0DBA-C6CC4D0B9DDF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34" name="矩形 633">
                  <a:extLst>
                    <a:ext uri="{FF2B5EF4-FFF2-40B4-BE49-F238E27FC236}">
                      <a16:creationId xmlns:a16="http://schemas.microsoft.com/office/drawing/2014/main" id="{22A06601-55C2-34F8-4FE8-42F834BF6FDD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5" name="矩形 634">
                  <a:extLst>
                    <a:ext uri="{FF2B5EF4-FFF2-40B4-BE49-F238E27FC236}">
                      <a16:creationId xmlns:a16="http://schemas.microsoft.com/office/drawing/2014/main" id="{F869DD17-2232-EF81-4D75-6082DC8772EC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36" name="矩形 635">
                  <a:extLst>
                    <a:ext uri="{FF2B5EF4-FFF2-40B4-BE49-F238E27FC236}">
                      <a16:creationId xmlns:a16="http://schemas.microsoft.com/office/drawing/2014/main" id="{04752955-733C-9F7D-F252-A6682A24FCD6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30" name="组合 629">
                <a:extLst>
                  <a:ext uri="{FF2B5EF4-FFF2-40B4-BE49-F238E27FC236}">
                    <a16:creationId xmlns:a16="http://schemas.microsoft.com/office/drawing/2014/main" id="{EBE0A171-6426-2940-8758-17A31C8EE9FD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31" name="矩形 630">
                  <a:extLst>
                    <a:ext uri="{FF2B5EF4-FFF2-40B4-BE49-F238E27FC236}">
                      <a16:creationId xmlns:a16="http://schemas.microsoft.com/office/drawing/2014/main" id="{25EC5E17-EDBE-0C74-1B35-40D5D68424B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2" name="矩形 631">
                  <a:extLst>
                    <a:ext uri="{FF2B5EF4-FFF2-40B4-BE49-F238E27FC236}">
                      <a16:creationId xmlns:a16="http://schemas.microsoft.com/office/drawing/2014/main" id="{48503DDF-AD28-50D7-8377-BF5970471EC5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33" name="矩形 632">
                  <a:extLst>
                    <a:ext uri="{FF2B5EF4-FFF2-40B4-BE49-F238E27FC236}">
                      <a16:creationId xmlns:a16="http://schemas.microsoft.com/office/drawing/2014/main" id="{937A0A72-9642-69E6-9EC5-F2ED6623B4B4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615" name="组合 614">
              <a:extLst>
                <a:ext uri="{FF2B5EF4-FFF2-40B4-BE49-F238E27FC236}">
                  <a16:creationId xmlns:a16="http://schemas.microsoft.com/office/drawing/2014/main" id="{4A4427CF-4E9B-B34C-74C6-BFF508B39EC0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481098"/>
              <a:chOff x="2579949" y="14728365"/>
              <a:chExt cx="481263" cy="481098"/>
            </a:xfrm>
            <a:grpFill/>
          </p:grpSpPr>
          <p:grpSp>
            <p:nvGrpSpPr>
              <p:cNvPr id="616" name="组合 615">
                <a:extLst>
                  <a:ext uri="{FF2B5EF4-FFF2-40B4-BE49-F238E27FC236}">
                    <a16:creationId xmlns:a16="http://schemas.microsoft.com/office/drawing/2014/main" id="{548E5AB9-711B-AF29-2245-20FE0F1ECDA5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25" name="矩形 624">
                  <a:extLst>
                    <a:ext uri="{FF2B5EF4-FFF2-40B4-BE49-F238E27FC236}">
                      <a16:creationId xmlns:a16="http://schemas.microsoft.com/office/drawing/2014/main" id="{5D225A5F-2B78-C17C-2ED5-D3FB54632B33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26" name="矩形 625">
                  <a:extLst>
                    <a:ext uri="{FF2B5EF4-FFF2-40B4-BE49-F238E27FC236}">
                      <a16:creationId xmlns:a16="http://schemas.microsoft.com/office/drawing/2014/main" id="{E04D2C46-C88C-15F8-75EE-C84159FCB5D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27" name="矩形 626">
                  <a:extLst>
                    <a:ext uri="{FF2B5EF4-FFF2-40B4-BE49-F238E27FC236}">
                      <a16:creationId xmlns:a16="http://schemas.microsoft.com/office/drawing/2014/main" id="{4A098B93-4600-BC23-3280-855A12149871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17" name="组合 616">
                <a:extLst>
                  <a:ext uri="{FF2B5EF4-FFF2-40B4-BE49-F238E27FC236}">
                    <a16:creationId xmlns:a16="http://schemas.microsoft.com/office/drawing/2014/main" id="{E4C41C42-FBA0-8BFB-2BE8-AA4DF777D84C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22" name="矩形 621">
                  <a:extLst>
                    <a:ext uri="{FF2B5EF4-FFF2-40B4-BE49-F238E27FC236}">
                      <a16:creationId xmlns:a16="http://schemas.microsoft.com/office/drawing/2014/main" id="{33BC92D0-9CF7-D4D6-5BE7-6053FCE06E2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23" name="矩形 622">
                  <a:extLst>
                    <a:ext uri="{FF2B5EF4-FFF2-40B4-BE49-F238E27FC236}">
                      <a16:creationId xmlns:a16="http://schemas.microsoft.com/office/drawing/2014/main" id="{444B4D4F-4EBB-10C8-0AD6-62E4BBC45B4C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24" name="矩形 623">
                  <a:extLst>
                    <a:ext uri="{FF2B5EF4-FFF2-40B4-BE49-F238E27FC236}">
                      <a16:creationId xmlns:a16="http://schemas.microsoft.com/office/drawing/2014/main" id="{2F7DC433-7CA0-8A80-C178-CD0F277AD472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18" name="组合 617">
                <a:extLst>
                  <a:ext uri="{FF2B5EF4-FFF2-40B4-BE49-F238E27FC236}">
                    <a16:creationId xmlns:a16="http://schemas.microsoft.com/office/drawing/2014/main" id="{9FCE2EA7-DFC0-DAD0-5006-08079CDE8B72}"/>
                  </a:ext>
                </a:extLst>
              </p:cNvPr>
              <p:cNvGrpSpPr/>
              <p:nvPr/>
            </p:nvGrpSpPr>
            <p:grpSpPr>
              <a:xfrm>
                <a:off x="2579949" y="15049040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19" name="矩形 618">
                  <a:extLst>
                    <a:ext uri="{FF2B5EF4-FFF2-40B4-BE49-F238E27FC236}">
                      <a16:creationId xmlns:a16="http://schemas.microsoft.com/office/drawing/2014/main" id="{3B84C58C-F212-18E6-7640-1D3E0EA037F4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20" name="矩形 619">
                  <a:extLst>
                    <a:ext uri="{FF2B5EF4-FFF2-40B4-BE49-F238E27FC236}">
                      <a16:creationId xmlns:a16="http://schemas.microsoft.com/office/drawing/2014/main" id="{B5920BF0-CD69-CA85-6D0B-32160504627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21" name="矩形 620">
                  <a:extLst>
                    <a:ext uri="{FF2B5EF4-FFF2-40B4-BE49-F238E27FC236}">
                      <a16:creationId xmlns:a16="http://schemas.microsoft.com/office/drawing/2014/main" id="{42A46A61-6EBF-B480-1DCD-FFB26169057C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BFEC3F4C-878B-FB1B-03DA-5E592E73EE51}"/>
                  </a:ext>
                </a:extLst>
              </p:cNvPr>
              <p:cNvSpPr txBox="1"/>
              <p:nvPr/>
            </p:nvSpPr>
            <p:spPr>
              <a:xfrm>
                <a:off x="16503559" y="17542457"/>
                <a:ext cx="11492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n+m</m:t>
                      </m:r>
                      <m:r>
                        <m:rPr>
                          <m:nor/>
                        </m:rPr>
                        <a:rPr kumimoji="1" lang="en-US" altLang="zh-CN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BFEC3F4C-878B-FB1B-03DA-5E592E73E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3559" y="17542457"/>
                <a:ext cx="1149247" cy="369332"/>
              </a:xfrm>
              <a:prstGeom prst="rect">
                <a:avLst/>
              </a:prstGeom>
              <a:blipFill>
                <a:blip r:embed="rId23"/>
                <a:stretch>
                  <a:fillRect l="-869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2" name="组合 641">
            <a:extLst>
              <a:ext uri="{FF2B5EF4-FFF2-40B4-BE49-F238E27FC236}">
                <a16:creationId xmlns:a16="http://schemas.microsoft.com/office/drawing/2014/main" id="{07E7B8DB-ED63-A4CE-18ED-D7DDF986CFD3}"/>
              </a:ext>
            </a:extLst>
          </p:cNvPr>
          <p:cNvGrpSpPr/>
          <p:nvPr/>
        </p:nvGrpSpPr>
        <p:grpSpPr>
          <a:xfrm>
            <a:off x="14800660" y="14326146"/>
            <a:ext cx="961356" cy="320464"/>
            <a:chOff x="2826931" y="15262837"/>
            <a:chExt cx="961356" cy="320464"/>
          </a:xfrm>
          <a:solidFill>
            <a:schemeClr val="bg1">
              <a:lumMod val="75000"/>
            </a:schemeClr>
          </a:solidFill>
        </p:grpSpPr>
        <p:grpSp>
          <p:nvGrpSpPr>
            <p:cNvPr id="643" name="组合 642">
              <a:extLst>
                <a:ext uri="{FF2B5EF4-FFF2-40B4-BE49-F238E27FC236}">
                  <a16:creationId xmlns:a16="http://schemas.microsoft.com/office/drawing/2014/main" id="{2A755AB7-05CB-25B9-F33B-87E8CE3A8C7C}"/>
                </a:ext>
              </a:extLst>
            </p:cNvPr>
            <p:cNvGrpSpPr/>
            <p:nvPr/>
          </p:nvGrpSpPr>
          <p:grpSpPr>
            <a:xfrm>
              <a:off x="2826931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57" name="组合 656">
                <a:extLst>
                  <a:ext uri="{FF2B5EF4-FFF2-40B4-BE49-F238E27FC236}">
                    <a16:creationId xmlns:a16="http://schemas.microsoft.com/office/drawing/2014/main" id="{30F056FC-E6A5-46C8-5C75-742D7C3C2EC0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66" name="矩形 665">
                  <a:extLst>
                    <a:ext uri="{FF2B5EF4-FFF2-40B4-BE49-F238E27FC236}">
                      <a16:creationId xmlns:a16="http://schemas.microsoft.com/office/drawing/2014/main" id="{DA6FF765-E2FA-B426-B80F-B5485A00E8D2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67" name="矩形 666">
                  <a:extLst>
                    <a:ext uri="{FF2B5EF4-FFF2-40B4-BE49-F238E27FC236}">
                      <a16:creationId xmlns:a16="http://schemas.microsoft.com/office/drawing/2014/main" id="{BA5810E9-BCE2-686F-6E24-E68661992542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68" name="矩形 667">
                  <a:extLst>
                    <a:ext uri="{FF2B5EF4-FFF2-40B4-BE49-F238E27FC236}">
                      <a16:creationId xmlns:a16="http://schemas.microsoft.com/office/drawing/2014/main" id="{16CDEA7C-28B5-F827-D7CF-4D6C664DC8F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58" name="组合 657">
                <a:extLst>
                  <a:ext uri="{FF2B5EF4-FFF2-40B4-BE49-F238E27FC236}">
                    <a16:creationId xmlns:a16="http://schemas.microsoft.com/office/drawing/2014/main" id="{78316AAC-2F3C-5D9D-FA39-A9993C1409B8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63" name="矩形 662">
                  <a:extLst>
                    <a:ext uri="{FF2B5EF4-FFF2-40B4-BE49-F238E27FC236}">
                      <a16:creationId xmlns:a16="http://schemas.microsoft.com/office/drawing/2014/main" id="{8F3A233C-E2CF-8C70-01AD-C313544B6EE8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64" name="矩形 663">
                  <a:extLst>
                    <a:ext uri="{FF2B5EF4-FFF2-40B4-BE49-F238E27FC236}">
                      <a16:creationId xmlns:a16="http://schemas.microsoft.com/office/drawing/2014/main" id="{2C70E913-1781-D538-763F-8E800F6180DD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65" name="矩形 664">
                  <a:extLst>
                    <a:ext uri="{FF2B5EF4-FFF2-40B4-BE49-F238E27FC236}">
                      <a16:creationId xmlns:a16="http://schemas.microsoft.com/office/drawing/2014/main" id="{0EDEF08B-4619-3935-B0FE-CAB57EDACC5F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grpSp>
          <p:nvGrpSpPr>
            <p:cNvPr id="644" name="组合 643">
              <a:extLst>
                <a:ext uri="{FF2B5EF4-FFF2-40B4-BE49-F238E27FC236}">
                  <a16:creationId xmlns:a16="http://schemas.microsoft.com/office/drawing/2014/main" id="{532F60A3-3050-F903-6F29-83E9F13DFE8A}"/>
                </a:ext>
              </a:extLst>
            </p:cNvPr>
            <p:cNvGrpSpPr/>
            <p:nvPr/>
          </p:nvGrpSpPr>
          <p:grpSpPr>
            <a:xfrm>
              <a:off x="3307024" y="15262837"/>
              <a:ext cx="481263" cy="320464"/>
              <a:chOff x="2579949" y="14728365"/>
              <a:chExt cx="481263" cy="320464"/>
            </a:xfrm>
            <a:grpFill/>
          </p:grpSpPr>
          <p:grpSp>
            <p:nvGrpSpPr>
              <p:cNvPr id="645" name="组合 644">
                <a:extLst>
                  <a:ext uri="{FF2B5EF4-FFF2-40B4-BE49-F238E27FC236}">
                    <a16:creationId xmlns:a16="http://schemas.microsoft.com/office/drawing/2014/main" id="{55276884-D6D4-EB3B-39D8-890B8C3D4964}"/>
                  </a:ext>
                </a:extLst>
              </p:cNvPr>
              <p:cNvGrpSpPr/>
              <p:nvPr/>
            </p:nvGrpSpPr>
            <p:grpSpPr>
              <a:xfrm>
                <a:off x="2579949" y="14728365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54" name="矩形 653">
                  <a:extLst>
                    <a:ext uri="{FF2B5EF4-FFF2-40B4-BE49-F238E27FC236}">
                      <a16:creationId xmlns:a16="http://schemas.microsoft.com/office/drawing/2014/main" id="{CF2B5518-0D61-CA68-E1E9-91EC75546419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55" name="矩形 654">
                  <a:extLst>
                    <a:ext uri="{FF2B5EF4-FFF2-40B4-BE49-F238E27FC236}">
                      <a16:creationId xmlns:a16="http://schemas.microsoft.com/office/drawing/2014/main" id="{06D85987-F14B-7432-1DFE-C90D09BBA56E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56" name="矩形 655">
                  <a:extLst>
                    <a:ext uri="{FF2B5EF4-FFF2-40B4-BE49-F238E27FC236}">
                      <a16:creationId xmlns:a16="http://schemas.microsoft.com/office/drawing/2014/main" id="{690DC29E-8D19-5C02-1D39-FA9E3CFBBA19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grpSp>
            <p:nvGrpSpPr>
              <p:cNvPr id="646" name="组合 645">
                <a:extLst>
                  <a:ext uri="{FF2B5EF4-FFF2-40B4-BE49-F238E27FC236}">
                    <a16:creationId xmlns:a16="http://schemas.microsoft.com/office/drawing/2014/main" id="{096DB0C9-50DE-3E77-8EA0-89A9D33E41D7}"/>
                  </a:ext>
                </a:extLst>
              </p:cNvPr>
              <p:cNvGrpSpPr/>
              <p:nvPr/>
            </p:nvGrpSpPr>
            <p:grpSpPr>
              <a:xfrm>
                <a:off x="2579949" y="14888406"/>
                <a:ext cx="481263" cy="160423"/>
                <a:chOff x="8975022" y="14194070"/>
                <a:chExt cx="481263" cy="160423"/>
              </a:xfrm>
              <a:grpFill/>
            </p:grpSpPr>
            <p:sp>
              <p:nvSpPr>
                <p:cNvPr id="651" name="矩形 650">
                  <a:extLst>
                    <a:ext uri="{FF2B5EF4-FFF2-40B4-BE49-F238E27FC236}">
                      <a16:creationId xmlns:a16="http://schemas.microsoft.com/office/drawing/2014/main" id="{DB1AB48E-B8A7-FAB0-FA50-844220BD79EF}"/>
                    </a:ext>
                  </a:extLst>
                </p:cNvPr>
                <p:cNvSpPr/>
                <p:nvPr/>
              </p:nvSpPr>
              <p:spPr>
                <a:xfrm>
                  <a:off x="8975022" y="14194072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52" name="矩形 651">
                  <a:extLst>
                    <a:ext uri="{FF2B5EF4-FFF2-40B4-BE49-F238E27FC236}">
                      <a16:creationId xmlns:a16="http://schemas.microsoft.com/office/drawing/2014/main" id="{8DB7BDEC-64E5-364E-8B4F-772D94E04E57}"/>
                    </a:ext>
                  </a:extLst>
                </p:cNvPr>
                <p:cNvSpPr/>
                <p:nvPr/>
              </p:nvSpPr>
              <p:spPr>
                <a:xfrm>
                  <a:off x="9135443" y="14194071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53" name="矩形 652">
                  <a:extLst>
                    <a:ext uri="{FF2B5EF4-FFF2-40B4-BE49-F238E27FC236}">
                      <a16:creationId xmlns:a16="http://schemas.microsoft.com/office/drawing/2014/main" id="{98FEFC3D-A721-7DDD-F5F4-D4B648D6C43D}"/>
                    </a:ext>
                  </a:extLst>
                </p:cNvPr>
                <p:cNvSpPr/>
                <p:nvPr/>
              </p:nvSpPr>
              <p:spPr>
                <a:xfrm>
                  <a:off x="9295864" y="14194070"/>
                  <a:ext cx="160421" cy="160421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9" name="文本框 668">
                <a:extLst>
                  <a:ext uri="{FF2B5EF4-FFF2-40B4-BE49-F238E27FC236}">
                    <a16:creationId xmlns:a16="http://schemas.microsoft.com/office/drawing/2014/main" id="{7F2F72C4-EC00-260D-B47E-03D796042F6B}"/>
                  </a:ext>
                </a:extLst>
              </p:cNvPr>
              <p:cNvSpPr txBox="1"/>
              <p:nvPr/>
            </p:nvSpPr>
            <p:spPr>
              <a:xfrm>
                <a:off x="14798537" y="14680638"/>
                <a:ext cx="994477" cy="38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en-US" altLang="zh-CN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kumimoji="1" lang="en-US" altLang="zh-CN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kumimoji="1" lang="en-US" altLang="zh-CN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69" name="文本框 668">
                <a:extLst>
                  <a:ext uri="{FF2B5EF4-FFF2-40B4-BE49-F238E27FC236}">
                    <a16:creationId xmlns:a16="http://schemas.microsoft.com/office/drawing/2014/main" id="{7F2F72C4-EC00-260D-B47E-03D796042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8537" y="14680638"/>
                <a:ext cx="994477" cy="38202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0" name="文本框 669">
            <a:extLst>
              <a:ext uri="{FF2B5EF4-FFF2-40B4-BE49-F238E27FC236}">
                <a16:creationId xmlns:a16="http://schemas.microsoft.com/office/drawing/2014/main" id="{FEA1D5EF-AD4C-5288-7276-4DF5EBF9EFCC}"/>
              </a:ext>
            </a:extLst>
          </p:cNvPr>
          <p:cNvSpPr txBox="1"/>
          <p:nvPr/>
        </p:nvSpPr>
        <p:spPr>
          <a:xfrm>
            <a:off x="12511246" y="14153067"/>
            <a:ext cx="210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Trained Info- integration Vectors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17C15F28-33BD-9D09-B8A5-1D4964A1410C}"/>
              </a:ext>
            </a:extLst>
          </p:cNvPr>
          <p:cNvSpPr txBox="1"/>
          <p:nvPr/>
        </p:nvSpPr>
        <p:spPr>
          <a:xfrm>
            <a:off x="12405766" y="6770127"/>
            <a:ext cx="123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Targets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3" name="直线箭头连接符 672">
            <a:extLst>
              <a:ext uri="{FF2B5EF4-FFF2-40B4-BE49-F238E27FC236}">
                <a16:creationId xmlns:a16="http://schemas.microsoft.com/office/drawing/2014/main" id="{241174F8-194E-D8A6-C8AC-D9017BF28064}"/>
              </a:ext>
            </a:extLst>
          </p:cNvPr>
          <p:cNvCxnSpPr>
            <a:cxnSpLocks/>
          </p:cNvCxnSpPr>
          <p:nvPr/>
        </p:nvCxnSpPr>
        <p:spPr>
          <a:xfrm>
            <a:off x="15762016" y="14487023"/>
            <a:ext cx="131616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8" name="曲线连接符 697">
            <a:extLst>
              <a:ext uri="{FF2B5EF4-FFF2-40B4-BE49-F238E27FC236}">
                <a16:creationId xmlns:a16="http://schemas.microsoft.com/office/drawing/2014/main" id="{DC976DD6-74DC-4D41-421C-885BCAC8989D}"/>
              </a:ext>
            </a:extLst>
          </p:cNvPr>
          <p:cNvCxnSpPr>
            <a:stCxn id="634" idx="1"/>
            <a:endCxn id="691" idx="1"/>
          </p:cNvCxnSpPr>
          <p:nvPr/>
        </p:nvCxnSpPr>
        <p:spPr>
          <a:xfrm rot="10800000">
            <a:off x="16602144" y="15881207"/>
            <a:ext cx="1" cy="1281562"/>
          </a:xfrm>
          <a:prstGeom prst="curvedConnector3">
            <a:avLst>
              <a:gd name="adj1" fmla="val 2286010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0" name="曲线连接符 699">
            <a:extLst>
              <a:ext uri="{FF2B5EF4-FFF2-40B4-BE49-F238E27FC236}">
                <a16:creationId xmlns:a16="http://schemas.microsoft.com/office/drawing/2014/main" id="{8B1C8EB4-7CE8-D300-44F6-10F95608B42A}"/>
              </a:ext>
            </a:extLst>
          </p:cNvPr>
          <p:cNvCxnSpPr>
            <a:cxnSpLocks/>
            <a:stCxn id="624" idx="3"/>
            <a:endCxn id="570" idx="3"/>
          </p:cNvCxnSpPr>
          <p:nvPr/>
        </p:nvCxnSpPr>
        <p:spPr>
          <a:xfrm flipV="1">
            <a:off x="17563500" y="16197892"/>
            <a:ext cx="12700" cy="964875"/>
          </a:xfrm>
          <a:prstGeom prst="curvedConnector3">
            <a:avLst>
              <a:gd name="adj1" fmla="val 1800000"/>
            </a:avLst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3" name="文本框 702">
            <a:extLst>
              <a:ext uri="{FF2B5EF4-FFF2-40B4-BE49-F238E27FC236}">
                <a16:creationId xmlns:a16="http://schemas.microsoft.com/office/drawing/2014/main" id="{5F4CFE46-EEA3-1522-DBDE-4C104FD2D57F}"/>
              </a:ext>
            </a:extLst>
          </p:cNvPr>
          <p:cNvSpPr txBox="1"/>
          <p:nvPr/>
        </p:nvSpPr>
        <p:spPr>
          <a:xfrm>
            <a:off x="14545666" y="16200122"/>
            <a:ext cx="1748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One-way Information Integration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4" name="曲线连接符 703">
            <a:extLst>
              <a:ext uri="{FF2B5EF4-FFF2-40B4-BE49-F238E27FC236}">
                <a16:creationId xmlns:a16="http://schemas.microsoft.com/office/drawing/2014/main" id="{A1E208CE-BA33-9ED6-88E9-02F6E91BA037}"/>
              </a:ext>
            </a:extLst>
          </p:cNvPr>
          <p:cNvCxnSpPr>
            <a:cxnSpLocks/>
            <a:stCxn id="597" idx="3"/>
            <a:endCxn id="570" idx="3"/>
          </p:cNvCxnSpPr>
          <p:nvPr/>
        </p:nvCxnSpPr>
        <p:spPr>
          <a:xfrm flipV="1">
            <a:off x="17563500" y="16197892"/>
            <a:ext cx="12700" cy="479777"/>
          </a:xfrm>
          <a:prstGeom prst="curvedConnector3">
            <a:avLst>
              <a:gd name="adj1" fmla="val 3400000"/>
            </a:avLst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8" name="曲线连接符 707">
            <a:extLst>
              <a:ext uri="{FF2B5EF4-FFF2-40B4-BE49-F238E27FC236}">
                <a16:creationId xmlns:a16="http://schemas.microsoft.com/office/drawing/2014/main" id="{7068AA24-7558-C890-C7AB-CBA15B7A48A6}"/>
              </a:ext>
            </a:extLst>
          </p:cNvPr>
          <p:cNvCxnSpPr>
            <a:cxnSpLocks/>
            <a:stCxn id="624" idx="3"/>
            <a:endCxn id="597" idx="3"/>
          </p:cNvCxnSpPr>
          <p:nvPr/>
        </p:nvCxnSpPr>
        <p:spPr>
          <a:xfrm flipV="1">
            <a:off x="17563500" y="16677669"/>
            <a:ext cx="12700" cy="485098"/>
          </a:xfrm>
          <a:prstGeom prst="curvedConnector3">
            <a:avLst>
              <a:gd name="adj1" fmla="val 3472724"/>
            </a:avLst>
          </a:prstGeom>
          <a:ln w="28575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2" name="曲线连接符 711">
            <a:extLst>
              <a:ext uri="{FF2B5EF4-FFF2-40B4-BE49-F238E27FC236}">
                <a16:creationId xmlns:a16="http://schemas.microsoft.com/office/drawing/2014/main" id="{8A1946B3-9DFF-2685-8909-B999589B2ADA}"/>
              </a:ext>
            </a:extLst>
          </p:cNvPr>
          <p:cNvCxnSpPr>
            <a:cxnSpLocks/>
            <a:stCxn id="580" idx="1"/>
            <a:endCxn id="691" idx="1"/>
          </p:cNvCxnSpPr>
          <p:nvPr/>
        </p:nvCxnSpPr>
        <p:spPr>
          <a:xfrm rot="10800000">
            <a:off x="16602144" y="15881208"/>
            <a:ext cx="1" cy="316687"/>
          </a:xfrm>
          <a:prstGeom prst="curvedConnector3">
            <a:avLst>
              <a:gd name="adj1" fmla="val 2286010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4" name="文本框 723">
            <a:extLst>
              <a:ext uri="{FF2B5EF4-FFF2-40B4-BE49-F238E27FC236}">
                <a16:creationId xmlns:a16="http://schemas.microsoft.com/office/drawing/2014/main" id="{474D8F83-7B8F-A887-5A97-B81D61D20B0E}"/>
              </a:ext>
            </a:extLst>
          </p:cNvPr>
          <p:cNvSpPr txBox="1"/>
          <p:nvPr/>
        </p:nvSpPr>
        <p:spPr>
          <a:xfrm>
            <a:off x="18034407" y="16195504"/>
            <a:ext cx="1748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Two-way Information Exchange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5" name="圆角矩形 724">
            <a:extLst>
              <a:ext uri="{FF2B5EF4-FFF2-40B4-BE49-F238E27FC236}">
                <a16:creationId xmlns:a16="http://schemas.microsoft.com/office/drawing/2014/main" id="{D8271843-1842-C098-0F0D-D62C87EC87AB}"/>
              </a:ext>
            </a:extLst>
          </p:cNvPr>
          <p:cNvSpPr/>
          <p:nvPr/>
        </p:nvSpPr>
        <p:spPr>
          <a:xfrm>
            <a:off x="15807882" y="14908708"/>
            <a:ext cx="2540602" cy="556692"/>
          </a:xfrm>
          <a:prstGeom prst="roundRect">
            <a:avLst>
              <a:gd name="adj" fmla="val 7982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Multi-layer</a:t>
            </a:r>
          </a:p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9" name="圆角矩形 728">
            <a:extLst>
              <a:ext uri="{FF2B5EF4-FFF2-40B4-BE49-F238E27FC236}">
                <a16:creationId xmlns:a16="http://schemas.microsoft.com/office/drawing/2014/main" id="{B4E721F7-C63B-5DB6-0F27-A2C448DCF167}"/>
              </a:ext>
            </a:extLst>
          </p:cNvPr>
          <p:cNvSpPr/>
          <p:nvPr/>
        </p:nvSpPr>
        <p:spPr>
          <a:xfrm>
            <a:off x="14742428" y="18556186"/>
            <a:ext cx="4671509" cy="659236"/>
          </a:xfrm>
          <a:prstGeom prst="roundRect">
            <a:avLst>
              <a:gd name="adj" fmla="val 5529"/>
            </a:avLst>
          </a:prstGeom>
          <a:solidFill>
            <a:srgbClr val="F2ECF1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Multi-layer</a:t>
            </a:r>
          </a:p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GPT decoder</a:t>
            </a:r>
            <a:endParaRPr kumimoji="1" lang="zh-CN" alt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BB0166E0-D981-6AA6-3D0D-46B13BFF5D17}"/>
              </a:ext>
            </a:extLst>
          </p:cNvPr>
          <p:cNvSpPr txBox="1"/>
          <p:nvPr/>
        </p:nvSpPr>
        <p:spPr>
          <a:xfrm>
            <a:off x="17209215" y="18082357"/>
            <a:ext cx="2129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Cross-attention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1" name="直线箭头连接符 730">
            <a:extLst>
              <a:ext uri="{FF2B5EF4-FFF2-40B4-BE49-F238E27FC236}">
                <a16:creationId xmlns:a16="http://schemas.microsoft.com/office/drawing/2014/main" id="{A32DF42E-7D6B-A756-3811-9BCA39490801}"/>
              </a:ext>
            </a:extLst>
          </p:cNvPr>
          <p:cNvCxnSpPr>
            <a:cxnSpLocks/>
            <a:stCxn id="641" idx="2"/>
            <a:endCxn id="729" idx="0"/>
          </p:cNvCxnSpPr>
          <p:nvPr/>
        </p:nvCxnSpPr>
        <p:spPr>
          <a:xfrm>
            <a:off x="17078183" y="17911789"/>
            <a:ext cx="0" cy="6443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7" name="文本框 1536">
            <a:extLst>
              <a:ext uri="{FF2B5EF4-FFF2-40B4-BE49-F238E27FC236}">
                <a16:creationId xmlns:a16="http://schemas.microsoft.com/office/drawing/2014/main" id="{A6F54EF3-AC2C-C6B0-8E32-CB99AB352CA7}"/>
              </a:ext>
            </a:extLst>
          </p:cNvPr>
          <p:cNvSpPr txBox="1"/>
          <p:nvPr/>
        </p:nvSpPr>
        <p:spPr>
          <a:xfrm>
            <a:off x="17740913" y="18754366"/>
            <a:ext cx="1748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(in A. above)</a:t>
            </a:r>
            <a:endParaRPr kumimoji="1"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59172EFA-A99A-9F8C-CF63-DA5EFC2685E0}"/>
              </a:ext>
            </a:extLst>
          </p:cNvPr>
          <p:cNvSpPr/>
          <p:nvPr/>
        </p:nvSpPr>
        <p:spPr>
          <a:xfrm>
            <a:off x="89160" y="10778465"/>
            <a:ext cx="11916081" cy="8920892"/>
          </a:xfrm>
          <a:prstGeom prst="roundRect">
            <a:avLst>
              <a:gd name="adj" fmla="val 7069"/>
            </a:avLst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BDE547AB-BEFB-3D4D-10FA-88A050A56A9C}"/>
              </a:ext>
            </a:extLst>
          </p:cNvPr>
          <p:cNvSpPr txBox="1"/>
          <p:nvPr/>
        </p:nvSpPr>
        <p:spPr>
          <a:xfrm>
            <a:off x="533362" y="10924777"/>
            <a:ext cx="6186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C. SPRi-enhanced Finetuning</a:t>
            </a:r>
          </a:p>
        </p:txBody>
      </p: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523E3492-1BD9-C2CF-65DE-B5B2271044BD}"/>
              </a:ext>
            </a:extLst>
          </p:cNvPr>
          <p:cNvCxnSpPr>
            <a:cxnSpLocks/>
          </p:cNvCxnSpPr>
          <p:nvPr/>
        </p:nvCxnSpPr>
        <p:spPr>
          <a:xfrm>
            <a:off x="8980417" y="11917180"/>
            <a:ext cx="0" cy="45967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五角星 116">
            <a:extLst>
              <a:ext uri="{FF2B5EF4-FFF2-40B4-BE49-F238E27FC236}">
                <a16:creationId xmlns:a16="http://schemas.microsoft.com/office/drawing/2014/main" id="{76E36631-C843-57C8-5A3A-9383026800F6}"/>
              </a:ext>
            </a:extLst>
          </p:cNvPr>
          <p:cNvSpPr/>
          <p:nvPr/>
        </p:nvSpPr>
        <p:spPr>
          <a:xfrm>
            <a:off x="8769359" y="16824702"/>
            <a:ext cx="286603" cy="282378"/>
          </a:xfrm>
          <a:prstGeom prst="star5">
            <a:avLst/>
          </a:prstGeom>
          <a:solidFill>
            <a:srgbClr val="75BCC8"/>
          </a:solidFill>
          <a:ln>
            <a:solidFill>
              <a:srgbClr val="138F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9388C1"/>
              </a:solidFill>
            </a:endParaRPr>
          </a:p>
        </p:txBody>
      </p: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F291B94E-4CFD-DBD7-DFED-591D2ACBE5DF}"/>
              </a:ext>
            </a:extLst>
          </p:cNvPr>
          <p:cNvCxnSpPr>
            <a:cxnSpLocks/>
          </p:cNvCxnSpPr>
          <p:nvPr/>
        </p:nvCxnSpPr>
        <p:spPr>
          <a:xfrm flipV="1">
            <a:off x="8916379" y="16065305"/>
            <a:ext cx="0" cy="79882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五角星 124">
            <a:extLst>
              <a:ext uri="{FF2B5EF4-FFF2-40B4-BE49-F238E27FC236}">
                <a16:creationId xmlns:a16="http://schemas.microsoft.com/office/drawing/2014/main" id="{F292D70A-FF14-7D0C-5445-8FA4232A326C}"/>
              </a:ext>
            </a:extLst>
          </p:cNvPr>
          <p:cNvSpPr/>
          <p:nvPr/>
        </p:nvSpPr>
        <p:spPr>
          <a:xfrm>
            <a:off x="8826741" y="12311625"/>
            <a:ext cx="286603" cy="282378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9388C1"/>
              </a:solidFill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EBE80800-1D3E-B159-31EF-CEF532B0EB58}"/>
              </a:ext>
            </a:extLst>
          </p:cNvPr>
          <p:cNvGrpSpPr/>
          <p:nvPr/>
        </p:nvGrpSpPr>
        <p:grpSpPr>
          <a:xfrm>
            <a:off x="8555562" y="15227713"/>
            <a:ext cx="1550253" cy="846151"/>
            <a:chOff x="19732625" y="5591899"/>
            <a:chExt cx="1866900" cy="1018982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4CB17C2D-F3DD-C82F-2093-355DF3BDA537}"/>
                </a:ext>
              </a:extLst>
            </p:cNvPr>
            <p:cNvSpPr/>
            <p:nvPr/>
          </p:nvSpPr>
          <p:spPr>
            <a:xfrm>
              <a:off x="19734725" y="5591899"/>
              <a:ext cx="1864800" cy="101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21" name="图片 120">
              <a:extLst>
                <a:ext uri="{FF2B5EF4-FFF2-40B4-BE49-F238E27FC236}">
                  <a16:creationId xmlns:a16="http://schemas.microsoft.com/office/drawing/2014/main" id="{A367285D-EE48-E6CE-01A0-00EE07B5E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9732625" y="5594881"/>
              <a:ext cx="1866900" cy="1016000"/>
            </a:xfrm>
            <a:prstGeom prst="rect">
              <a:avLst/>
            </a:prstGeom>
            <a:ln w="19050">
              <a:noFill/>
              <a:prstDash val="sysDash"/>
            </a:ln>
          </p:spPr>
        </p:pic>
      </p:grp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9D1DA5D4-7B6D-B377-90D5-898144199BE6}"/>
              </a:ext>
            </a:extLst>
          </p:cNvPr>
          <p:cNvGrpSpPr/>
          <p:nvPr/>
        </p:nvGrpSpPr>
        <p:grpSpPr>
          <a:xfrm>
            <a:off x="9589471" y="5790727"/>
            <a:ext cx="2204065" cy="1067067"/>
            <a:chOff x="4560621" y="11876765"/>
            <a:chExt cx="2204065" cy="1067067"/>
          </a:xfrm>
        </p:grpSpPr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6A4ED1AD-3EF3-90E8-A1D4-7FBD7CBC7451}"/>
                </a:ext>
              </a:extLst>
            </p:cNvPr>
            <p:cNvSpPr/>
            <p:nvPr/>
          </p:nvSpPr>
          <p:spPr>
            <a:xfrm>
              <a:off x="4560621" y="11892632"/>
              <a:ext cx="2196000" cy="105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56" name="图片 255">
              <a:extLst>
                <a:ext uri="{FF2B5EF4-FFF2-40B4-BE49-F238E27FC236}">
                  <a16:creationId xmlns:a16="http://schemas.microsoft.com/office/drawing/2014/main" id="{ECAD5B5E-47FF-DBBB-AE90-0B875BC0E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567586" y="11876765"/>
              <a:ext cx="2197100" cy="1054100"/>
            </a:xfrm>
            <a:prstGeom prst="rect">
              <a:avLst/>
            </a:prstGeom>
          </p:spPr>
        </p:pic>
      </p:grpSp>
      <p:pic>
        <p:nvPicPr>
          <p:cNvPr id="233" name="图片 232">
            <a:extLst>
              <a:ext uri="{FF2B5EF4-FFF2-40B4-BE49-F238E27FC236}">
                <a16:creationId xmlns:a16="http://schemas.microsoft.com/office/drawing/2014/main" id="{A665129E-8BBB-8A1F-1007-74B2AECA3D9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31245" b="67824" l="41100" r="58149">
                        <a14:foregroundMark x1="47152" y1="36156" x2="45134" y2="38611"/>
                        <a14:foregroundMark x1="45134" y1="38611" x2="44620" y2="40559"/>
                        <a14:foregroundMark x1="43275" y1="41490" x2="42049" y2="46147"/>
                        <a14:foregroundMark x1="42049" y1="46147" x2="42049" y2="48603"/>
                        <a14:foregroundMark x1="43038" y1="40305" x2="42405" y2="44623"/>
                        <a14:foregroundMark x1="42405" y1="44623" x2="42405" y2="44623"/>
                        <a14:foregroundMark x1="42247" y1="57494" x2="41377" y2="62151"/>
                        <a14:foregroundMark x1="41377" y1="62151" x2="43473" y2="65199"/>
                        <a14:foregroundMark x1="43473" y1="65199" x2="45926" y2="65961"/>
                        <a14:foregroundMark x1="41100" y1="60288" x2="41456" y2="59018"/>
                        <a14:foregroundMark x1="45767" y1="67824" x2="47231" y2="63421"/>
                        <a14:foregroundMark x1="47231" y1="63421" x2="47271" y2="63336"/>
                        <a14:foregroundMark x1="58188" y1="56393" x2="56606" y2="57324"/>
                        <a14:foregroundMark x1="47429" y1="34293" x2="47785" y2="31245"/>
                      </a14:backgroundRemoval>
                    </a14:imgEffect>
                  </a14:imgLayer>
                </a14:imgProps>
              </a:ext>
            </a:extLst>
          </a:blip>
          <a:srcRect l="40298" t="28173" r="39878" b="29769"/>
          <a:stretch>
            <a:fillRect/>
          </a:stretch>
        </p:blipFill>
        <p:spPr>
          <a:xfrm>
            <a:off x="10559191" y="14950378"/>
            <a:ext cx="1446385" cy="1433139"/>
          </a:xfrm>
          <a:prstGeom prst="rect">
            <a:avLst/>
          </a:prstGeom>
          <a:effectLst/>
        </p:spPr>
      </p:pic>
      <p:cxnSp>
        <p:nvCxnSpPr>
          <p:cNvPr id="204" name="直线连接符 203">
            <a:extLst>
              <a:ext uri="{FF2B5EF4-FFF2-40B4-BE49-F238E27FC236}">
                <a16:creationId xmlns:a16="http://schemas.microsoft.com/office/drawing/2014/main" id="{FA5E0E5A-8FA4-FD56-E1D4-71C1635970A6}"/>
              </a:ext>
            </a:extLst>
          </p:cNvPr>
          <p:cNvCxnSpPr>
            <a:cxnSpLocks/>
            <a:stCxn id="121" idx="3"/>
            <a:endCxn id="233" idx="1"/>
          </p:cNvCxnSpPr>
          <p:nvPr/>
        </p:nvCxnSpPr>
        <p:spPr>
          <a:xfrm>
            <a:off x="10105815" y="15652027"/>
            <a:ext cx="453376" cy="14921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2" name="图片 451">
            <a:extLst>
              <a:ext uri="{FF2B5EF4-FFF2-40B4-BE49-F238E27FC236}">
                <a16:creationId xmlns:a16="http://schemas.microsoft.com/office/drawing/2014/main" id="{D674C87D-3DB5-2066-7A93-46BB6AC6936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014" t="14152" r="21664" b="11956"/>
          <a:stretch>
            <a:fillRect/>
          </a:stretch>
        </p:blipFill>
        <p:spPr>
          <a:xfrm>
            <a:off x="3260374" y="6409249"/>
            <a:ext cx="1396966" cy="1207332"/>
          </a:xfrm>
          <a:prstGeom prst="rect">
            <a:avLst/>
          </a:prstGeom>
        </p:spPr>
      </p:pic>
      <p:pic>
        <p:nvPicPr>
          <p:cNvPr id="453" name="图片 452">
            <a:extLst>
              <a:ext uri="{FF2B5EF4-FFF2-40B4-BE49-F238E27FC236}">
                <a16:creationId xmlns:a16="http://schemas.microsoft.com/office/drawing/2014/main" id="{2CB6CB66-D2DE-F0F5-DC4E-21B2798C9D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3004" t="10391" r="24434"/>
          <a:stretch>
            <a:fillRect/>
          </a:stretch>
        </p:blipFill>
        <p:spPr>
          <a:xfrm>
            <a:off x="4723685" y="6245994"/>
            <a:ext cx="1166745" cy="1356865"/>
          </a:xfrm>
          <a:prstGeom prst="rect">
            <a:avLst/>
          </a:prstGeom>
        </p:spPr>
      </p:pic>
      <p:pic>
        <p:nvPicPr>
          <p:cNvPr id="454" name="图片 453">
            <a:extLst>
              <a:ext uri="{FF2B5EF4-FFF2-40B4-BE49-F238E27FC236}">
                <a16:creationId xmlns:a16="http://schemas.microsoft.com/office/drawing/2014/main" id="{3E9B5DB5-36F6-50C4-CA75-8F9DB2EAFF8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951" t="12338" r="21777" b="17285"/>
          <a:stretch>
            <a:fillRect/>
          </a:stretch>
        </p:blipFill>
        <p:spPr>
          <a:xfrm>
            <a:off x="5910831" y="6330163"/>
            <a:ext cx="1541653" cy="1188526"/>
          </a:xfrm>
          <a:prstGeom prst="rect">
            <a:avLst/>
          </a:prstGeom>
        </p:spPr>
      </p:pic>
      <p:cxnSp>
        <p:nvCxnSpPr>
          <p:cNvPr id="455" name="直线连接符 454">
            <a:extLst>
              <a:ext uri="{FF2B5EF4-FFF2-40B4-BE49-F238E27FC236}">
                <a16:creationId xmlns:a16="http://schemas.microsoft.com/office/drawing/2014/main" id="{7FB45BD8-369C-ED40-C299-2D2B73717D66}"/>
              </a:ext>
            </a:extLst>
          </p:cNvPr>
          <p:cNvCxnSpPr/>
          <p:nvPr/>
        </p:nvCxnSpPr>
        <p:spPr>
          <a:xfrm>
            <a:off x="1039996" y="13401089"/>
            <a:ext cx="4262880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圆角矩形 455">
            <a:extLst>
              <a:ext uri="{FF2B5EF4-FFF2-40B4-BE49-F238E27FC236}">
                <a16:creationId xmlns:a16="http://schemas.microsoft.com/office/drawing/2014/main" id="{8F72B79C-5968-D9FF-204F-4052B0070294}"/>
              </a:ext>
            </a:extLst>
          </p:cNvPr>
          <p:cNvSpPr/>
          <p:nvPr/>
        </p:nvSpPr>
        <p:spPr>
          <a:xfrm>
            <a:off x="774113" y="11633737"/>
            <a:ext cx="4860105" cy="3281042"/>
          </a:xfrm>
          <a:prstGeom prst="roundRect">
            <a:avLst>
              <a:gd name="adj" fmla="val 3752"/>
            </a:avLst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56" name="图片 555">
            <a:extLst>
              <a:ext uri="{FF2B5EF4-FFF2-40B4-BE49-F238E27FC236}">
                <a16:creationId xmlns:a16="http://schemas.microsoft.com/office/drawing/2014/main" id="{C0CCFFB0-DB11-9006-1151-3A65C0856B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5317" y="13492879"/>
            <a:ext cx="1498600" cy="1308100"/>
          </a:xfrm>
          <a:prstGeom prst="rect">
            <a:avLst/>
          </a:prstGeom>
        </p:spPr>
      </p:pic>
      <p:pic>
        <p:nvPicPr>
          <p:cNvPr id="659" name="图片 658">
            <a:extLst>
              <a:ext uri="{FF2B5EF4-FFF2-40B4-BE49-F238E27FC236}">
                <a16:creationId xmlns:a16="http://schemas.microsoft.com/office/drawing/2014/main" id="{9C7D9E1E-2411-6715-585B-710FD91BD0C5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3551" t="8112" r="15735"/>
          <a:stretch>
            <a:fillRect/>
          </a:stretch>
        </p:blipFill>
        <p:spPr>
          <a:xfrm>
            <a:off x="1106503" y="11735401"/>
            <a:ext cx="1604142" cy="1563366"/>
          </a:xfrm>
          <a:prstGeom prst="rect">
            <a:avLst/>
          </a:prstGeom>
        </p:spPr>
      </p:pic>
      <p:pic>
        <p:nvPicPr>
          <p:cNvPr id="660" name="图片 659">
            <a:extLst>
              <a:ext uri="{FF2B5EF4-FFF2-40B4-BE49-F238E27FC236}">
                <a16:creationId xmlns:a16="http://schemas.microsoft.com/office/drawing/2014/main" id="{551B84A4-89BB-7171-0B8F-EDFDDF926D0C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13010" t="19410" r="21485" b="14632"/>
          <a:stretch>
            <a:fillRect/>
          </a:stretch>
        </p:blipFill>
        <p:spPr>
          <a:xfrm>
            <a:off x="3125126" y="11836381"/>
            <a:ext cx="1963100" cy="1482497"/>
          </a:xfrm>
          <a:prstGeom prst="rect">
            <a:avLst/>
          </a:prstGeom>
        </p:spPr>
      </p:pic>
      <p:pic>
        <p:nvPicPr>
          <p:cNvPr id="661" name="图片 660">
            <a:extLst>
              <a:ext uri="{FF2B5EF4-FFF2-40B4-BE49-F238E27FC236}">
                <a16:creationId xmlns:a16="http://schemas.microsoft.com/office/drawing/2014/main" id="{73734E7D-51D4-8C84-CF70-4F755C5DDE8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70968" y="13664654"/>
            <a:ext cx="2184400" cy="787400"/>
          </a:xfrm>
          <a:prstGeom prst="rect">
            <a:avLst/>
          </a:prstGeom>
        </p:spPr>
      </p:pic>
      <p:sp>
        <p:nvSpPr>
          <p:cNvPr id="662" name="文本框 661">
            <a:extLst>
              <a:ext uri="{FF2B5EF4-FFF2-40B4-BE49-F238E27FC236}">
                <a16:creationId xmlns:a16="http://schemas.microsoft.com/office/drawing/2014/main" id="{0A455D44-7D5F-769D-2B46-F1D88319EA96}"/>
              </a:ext>
            </a:extLst>
          </p:cNvPr>
          <p:cNvSpPr txBox="1"/>
          <p:nvPr/>
        </p:nvSpPr>
        <p:spPr>
          <a:xfrm>
            <a:off x="729709" y="14973700"/>
            <a:ext cx="5064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Target set with few active molecule records</a:t>
            </a:r>
          </a:p>
        </p:txBody>
      </p:sp>
      <p:grpSp>
        <p:nvGrpSpPr>
          <p:cNvPr id="677" name="组合 676">
            <a:extLst>
              <a:ext uri="{FF2B5EF4-FFF2-40B4-BE49-F238E27FC236}">
                <a16:creationId xmlns:a16="http://schemas.microsoft.com/office/drawing/2014/main" id="{14E2D5C9-3C94-2249-94A8-FF4B827486ED}"/>
              </a:ext>
            </a:extLst>
          </p:cNvPr>
          <p:cNvGrpSpPr/>
          <p:nvPr/>
        </p:nvGrpSpPr>
        <p:grpSpPr>
          <a:xfrm>
            <a:off x="8608783" y="11081825"/>
            <a:ext cx="1550253" cy="846151"/>
            <a:chOff x="19732625" y="5591899"/>
            <a:chExt cx="1866900" cy="1018982"/>
          </a:xfrm>
        </p:grpSpPr>
        <p:sp>
          <p:nvSpPr>
            <p:cNvPr id="697" name="矩形 696">
              <a:extLst>
                <a:ext uri="{FF2B5EF4-FFF2-40B4-BE49-F238E27FC236}">
                  <a16:creationId xmlns:a16="http://schemas.microsoft.com/office/drawing/2014/main" id="{B85CC1E6-A19E-7F72-B9E1-ED6C357953E0}"/>
                </a:ext>
              </a:extLst>
            </p:cNvPr>
            <p:cNvSpPr/>
            <p:nvPr/>
          </p:nvSpPr>
          <p:spPr>
            <a:xfrm>
              <a:off x="19734725" y="5591899"/>
              <a:ext cx="1864800" cy="1015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699" name="图片 698">
              <a:extLst>
                <a:ext uri="{FF2B5EF4-FFF2-40B4-BE49-F238E27FC236}">
                  <a16:creationId xmlns:a16="http://schemas.microsoft.com/office/drawing/2014/main" id="{00EEA4C9-98F4-F14C-BE50-AB4D0A3F2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732625" y="5594881"/>
              <a:ext cx="1866900" cy="1016000"/>
            </a:xfrm>
            <a:prstGeom prst="rect">
              <a:avLst/>
            </a:prstGeom>
            <a:ln w="19050">
              <a:noFill/>
              <a:prstDash val="sysDash"/>
            </a:ln>
          </p:spPr>
        </p:pic>
      </p:grpSp>
      <p:cxnSp>
        <p:nvCxnSpPr>
          <p:cNvPr id="706" name="直线连接符 705">
            <a:extLst>
              <a:ext uri="{FF2B5EF4-FFF2-40B4-BE49-F238E27FC236}">
                <a16:creationId xmlns:a16="http://schemas.microsoft.com/office/drawing/2014/main" id="{177809FD-E147-DDAD-B48F-31324EC08372}"/>
              </a:ext>
            </a:extLst>
          </p:cNvPr>
          <p:cNvCxnSpPr>
            <a:cxnSpLocks/>
          </p:cNvCxnSpPr>
          <p:nvPr/>
        </p:nvCxnSpPr>
        <p:spPr>
          <a:xfrm flipH="1" flipV="1">
            <a:off x="8608017" y="11083636"/>
            <a:ext cx="1547750" cy="823356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直线连接符 709">
            <a:extLst>
              <a:ext uri="{FF2B5EF4-FFF2-40B4-BE49-F238E27FC236}">
                <a16:creationId xmlns:a16="http://schemas.microsoft.com/office/drawing/2014/main" id="{7F451512-E4B7-DD23-9991-AFFD08784839}"/>
              </a:ext>
            </a:extLst>
          </p:cNvPr>
          <p:cNvCxnSpPr>
            <a:cxnSpLocks/>
          </p:cNvCxnSpPr>
          <p:nvPr/>
        </p:nvCxnSpPr>
        <p:spPr>
          <a:xfrm flipH="1">
            <a:off x="8608017" y="11084426"/>
            <a:ext cx="1559626" cy="85145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9" name="图片 718">
            <a:extLst>
              <a:ext uri="{FF2B5EF4-FFF2-40B4-BE49-F238E27FC236}">
                <a16:creationId xmlns:a16="http://schemas.microsoft.com/office/drawing/2014/main" id="{82B9FCE3-575D-2D9A-F06A-A3386ED119FD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809" b="89793" l="5742" r="94418">
                        <a14:foregroundMark x1="5821" y1="47847" x2="9569" y2="52472"/>
                        <a14:foregroundMark x1="91467" y1="48565" x2="90750" y2="57576"/>
                        <a14:foregroundMark x1="92344" y1="46491" x2="94418" y2="52233"/>
                      </a14:backgroundRemoval>
                    </a14:imgEffect>
                  </a14:imgLayer>
                </a14:imgProps>
              </a:ext>
            </a:extLst>
          </a:blip>
          <a:srcRect t="19974" b="16589"/>
          <a:stretch>
            <a:fillRect/>
          </a:stretch>
        </p:blipFill>
        <p:spPr>
          <a:xfrm>
            <a:off x="3242030" y="17236216"/>
            <a:ext cx="2577308" cy="1634970"/>
          </a:xfrm>
          <a:prstGeom prst="rect">
            <a:avLst/>
          </a:prstGeom>
        </p:spPr>
      </p:pic>
      <p:sp>
        <p:nvSpPr>
          <p:cNvPr id="720" name="文本框 719">
            <a:extLst>
              <a:ext uri="{FF2B5EF4-FFF2-40B4-BE49-F238E27FC236}">
                <a16:creationId xmlns:a16="http://schemas.microsoft.com/office/drawing/2014/main" id="{D3A2CD89-4E28-9393-6887-BEBDEECC4959}"/>
              </a:ext>
            </a:extLst>
          </p:cNvPr>
          <p:cNvSpPr txBox="1"/>
          <p:nvPr/>
        </p:nvSpPr>
        <p:spPr>
          <a:xfrm>
            <a:off x="3020015" y="19035471"/>
            <a:ext cx="2917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SPRi data matrices</a:t>
            </a:r>
          </a:p>
        </p:txBody>
      </p:sp>
      <p:pic>
        <p:nvPicPr>
          <p:cNvPr id="721" name="图片 720">
            <a:extLst>
              <a:ext uri="{FF2B5EF4-FFF2-40B4-BE49-F238E27FC236}">
                <a16:creationId xmlns:a16="http://schemas.microsoft.com/office/drawing/2014/main" id="{9B44EBDE-E11A-1678-6577-AEFD75FDAFA9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3551" t="8112" r="15735"/>
          <a:stretch>
            <a:fillRect/>
          </a:stretch>
        </p:blipFill>
        <p:spPr>
          <a:xfrm>
            <a:off x="3098282" y="15491444"/>
            <a:ext cx="1221965" cy="1190904"/>
          </a:xfrm>
          <a:prstGeom prst="rect">
            <a:avLst/>
          </a:prstGeom>
        </p:spPr>
      </p:pic>
      <p:pic>
        <p:nvPicPr>
          <p:cNvPr id="722" name="图片 721">
            <a:extLst>
              <a:ext uri="{FF2B5EF4-FFF2-40B4-BE49-F238E27FC236}">
                <a16:creationId xmlns:a16="http://schemas.microsoft.com/office/drawing/2014/main" id="{EDA987DB-9975-CCE1-FB92-61FCAEEC93F4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13010" t="19410" r="21485" b="14632"/>
          <a:stretch>
            <a:fillRect/>
          </a:stretch>
        </p:blipFill>
        <p:spPr>
          <a:xfrm>
            <a:off x="4246686" y="15664439"/>
            <a:ext cx="1495403" cy="1129301"/>
          </a:xfrm>
          <a:prstGeom prst="rect">
            <a:avLst/>
          </a:prstGeom>
        </p:spPr>
      </p:pic>
      <p:cxnSp>
        <p:nvCxnSpPr>
          <p:cNvPr id="723" name="直线箭头连接符 722">
            <a:extLst>
              <a:ext uri="{FF2B5EF4-FFF2-40B4-BE49-F238E27FC236}">
                <a16:creationId xmlns:a16="http://schemas.microsoft.com/office/drawing/2014/main" id="{4861592F-EF6D-9C5C-7375-853E4EA9FD1A}"/>
              </a:ext>
            </a:extLst>
          </p:cNvPr>
          <p:cNvCxnSpPr>
            <a:cxnSpLocks/>
            <a:stCxn id="456" idx="3"/>
          </p:cNvCxnSpPr>
          <p:nvPr/>
        </p:nvCxnSpPr>
        <p:spPr>
          <a:xfrm>
            <a:off x="5634218" y="13274258"/>
            <a:ext cx="27137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8" name="文本框 727">
            <a:extLst>
              <a:ext uri="{FF2B5EF4-FFF2-40B4-BE49-F238E27FC236}">
                <a16:creationId xmlns:a16="http://schemas.microsoft.com/office/drawing/2014/main" id="{6EAA73BC-DD02-5C8F-67DE-08FF4E692A4A}"/>
              </a:ext>
            </a:extLst>
          </p:cNvPr>
          <p:cNvSpPr txBox="1"/>
          <p:nvPr/>
        </p:nvSpPr>
        <p:spPr>
          <a:xfrm>
            <a:off x="5681600" y="12846947"/>
            <a:ext cx="190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</a:p>
        </p:txBody>
      </p:sp>
      <p:pic>
        <p:nvPicPr>
          <p:cNvPr id="733" name="图片 732">
            <a:extLst>
              <a:ext uri="{FF2B5EF4-FFF2-40B4-BE49-F238E27FC236}">
                <a16:creationId xmlns:a16="http://schemas.microsoft.com/office/drawing/2014/main" id="{6884111E-8AB9-9EFC-F95A-E959550096C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968" b="89952" l="9569" r="89952">
                        <a14:foregroundMark x1="11563" y1="57735" x2="9569" y2="72010"/>
                        <a14:foregroundMark x1="9569" y1="72010" x2="10287" y2="74880"/>
                        <a14:backgroundMark x1="78708" y1="50718" x2="87560" y2="71053"/>
                        <a14:backgroundMark x1="72807" y1="53349" x2="74721" y2="64354"/>
                        <a14:backgroundMark x1="70494" y1="53190" x2="73285" y2="62281"/>
                        <a14:backgroundMark x1="71372" y1="56140" x2="73525" y2="66188"/>
                        <a14:backgroundMark x1="72408" y1="56380" x2="74721" y2="72329"/>
                        <a14:backgroundMark x1="71132" y1="57974" x2="72807" y2="72488"/>
                        <a14:backgroundMark x1="71770" y1="69537" x2="72169" y2="78230"/>
                      </a14:backgroundRemoval>
                    </a14:imgEffect>
                  </a14:imgLayer>
                </a14:imgProps>
              </a:ext>
            </a:extLst>
          </a:blip>
          <a:srcRect l="4245" t="22847" r="27472" b="17478"/>
          <a:stretch>
            <a:fillRect/>
          </a:stretch>
        </p:blipFill>
        <p:spPr>
          <a:xfrm>
            <a:off x="950879" y="17315790"/>
            <a:ext cx="1688672" cy="1475822"/>
          </a:xfrm>
          <a:prstGeom prst="rect">
            <a:avLst/>
          </a:prstGeom>
        </p:spPr>
      </p:pic>
      <p:sp>
        <p:nvSpPr>
          <p:cNvPr id="734" name="文本框 733">
            <a:extLst>
              <a:ext uri="{FF2B5EF4-FFF2-40B4-BE49-F238E27FC236}">
                <a16:creationId xmlns:a16="http://schemas.microsoft.com/office/drawing/2014/main" id="{7CE4A598-4830-1387-AFF0-B94D532E36EC}"/>
              </a:ext>
            </a:extLst>
          </p:cNvPr>
          <p:cNvSpPr txBox="1"/>
          <p:nvPr/>
        </p:nvSpPr>
        <p:spPr>
          <a:xfrm>
            <a:off x="649861" y="18727695"/>
            <a:ext cx="2413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In-house compound</a:t>
            </a:r>
            <a:r>
              <a: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</a:p>
        </p:txBody>
      </p:sp>
      <p:cxnSp>
        <p:nvCxnSpPr>
          <p:cNvPr id="736" name="直线连接符 735">
            <a:extLst>
              <a:ext uri="{FF2B5EF4-FFF2-40B4-BE49-F238E27FC236}">
                <a16:creationId xmlns:a16="http://schemas.microsoft.com/office/drawing/2014/main" id="{22CC67A9-7257-0506-67B3-D9461948A623}"/>
              </a:ext>
            </a:extLst>
          </p:cNvPr>
          <p:cNvCxnSpPr>
            <a:cxnSpLocks/>
            <a:endCxn id="719" idx="0"/>
          </p:cNvCxnSpPr>
          <p:nvPr/>
        </p:nvCxnSpPr>
        <p:spPr>
          <a:xfrm>
            <a:off x="4530684" y="16660906"/>
            <a:ext cx="0" cy="57531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直线连接符 736">
            <a:extLst>
              <a:ext uri="{FF2B5EF4-FFF2-40B4-BE49-F238E27FC236}">
                <a16:creationId xmlns:a16="http://schemas.microsoft.com/office/drawing/2014/main" id="{1C09C346-A881-20AE-EC59-575C7E04FBD0}"/>
              </a:ext>
            </a:extLst>
          </p:cNvPr>
          <p:cNvCxnSpPr>
            <a:cxnSpLocks/>
            <a:stCxn id="733" idx="3"/>
            <a:endCxn id="719" idx="1"/>
          </p:cNvCxnSpPr>
          <p:nvPr/>
        </p:nvCxnSpPr>
        <p:spPr>
          <a:xfrm>
            <a:off x="2639551" y="18053701"/>
            <a:ext cx="602479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直线箭头连接符 743">
            <a:extLst>
              <a:ext uri="{FF2B5EF4-FFF2-40B4-BE49-F238E27FC236}">
                <a16:creationId xmlns:a16="http://schemas.microsoft.com/office/drawing/2014/main" id="{3F8969AD-19D7-7105-1E9C-708DD209F40B}"/>
              </a:ext>
            </a:extLst>
          </p:cNvPr>
          <p:cNvCxnSpPr>
            <a:cxnSpLocks/>
            <a:stCxn id="719" idx="3"/>
          </p:cNvCxnSpPr>
          <p:nvPr/>
        </p:nvCxnSpPr>
        <p:spPr>
          <a:xfrm>
            <a:off x="5819338" y="18053701"/>
            <a:ext cx="23817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8" name="直线箭头连接符 747">
            <a:extLst>
              <a:ext uri="{FF2B5EF4-FFF2-40B4-BE49-F238E27FC236}">
                <a16:creationId xmlns:a16="http://schemas.microsoft.com/office/drawing/2014/main" id="{9FDF8DC7-D664-24C0-E598-CBC39A528A3E}"/>
              </a:ext>
            </a:extLst>
          </p:cNvPr>
          <p:cNvCxnSpPr>
            <a:cxnSpLocks/>
          </p:cNvCxnSpPr>
          <p:nvPr/>
        </p:nvCxnSpPr>
        <p:spPr>
          <a:xfrm>
            <a:off x="5620871" y="13984941"/>
            <a:ext cx="133473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4" name="文本框 753">
            <a:extLst>
              <a:ext uri="{FF2B5EF4-FFF2-40B4-BE49-F238E27FC236}">
                <a16:creationId xmlns:a16="http://schemas.microsoft.com/office/drawing/2014/main" id="{8A175669-ED0E-DEF2-5A8D-24FBE16AF766}"/>
              </a:ext>
            </a:extLst>
          </p:cNvPr>
          <p:cNvSpPr txBox="1"/>
          <p:nvPr/>
        </p:nvSpPr>
        <p:spPr>
          <a:xfrm>
            <a:off x="5918735" y="18125203"/>
            <a:ext cx="190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Finetuning</a:t>
            </a:r>
          </a:p>
        </p:txBody>
      </p:sp>
      <p:pic>
        <p:nvPicPr>
          <p:cNvPr id="756" name="图片 755">
            <a:extLst>
              <a:ext uri="{FF2B5EF4-FFF2-40B4-BE49-F238E27FC236}">
                <a16:creationId xmlns:a16="http://schemas.microsoft.com/office/drawing/2014/main" id="{CF5DE997-02D7-E235-7EFE-D928F3C65B0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2345" y="16411671"/>
            <a:ext cx="1897373" cy="884785"/>
          </a:xfrm>
          <a:prstGeom prst="rect">
            <a:avLst/>
          </a:prstGeom>
        </p:spPr>
      </p:pic>
      <p:pic>
        <p:nvPicPr>
          <p:cNvPr id="757" name="图片 756">
            <a:extLst>
              <a:ext uri="{FF2B5EF4-FFF2-40B4-BE49-F238E27FC236}">
                <a16:creationId xmlns:a16="http://schemas.microsoft.com/office/drawing/2014/main" id="{EFBF7458-CCCF-F963-FC76-63003EA5D9BD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2345" y="15716698"/>
            <a:ext cx="1907050" cy="691773"/>
          </a:xfrm>
          <a:prstGeom prst="rect">
            <a:avLst/>
          </a:prstGeom>
        </p:spPr>
      </p:pic>
      <p:cxnSp>
        <p:nvCxnSpPr>
          <p:cNvPr id="760" name="直线箭头连接符 759">
            <a:extLst>
              <a:ext uri="{FF2B5EF4-FFF2-40B4-BE49-F238E27FC236}">
                <a16:creationId xmlns:a16="http://schemas.microsoft.com/office/drawing/2014/main" id="{C095E89A-7DB6-ADBD-1C75-F3363536B85F}"/>
              </a:ext>
            </a:extLst>
          </p:cNvPr>
          <p:cNvCxnSpPr>
            <a:cxnSpLocks/>
          </p:cNvCxnSpPr>
          <p:nvPr/>
        </p:nvCxnSpPr>
        <p:spPr>
          <a:xfrm>
            <a:off x="6955602" y="13979471"/>
            <a:ext cx="0" cy="407605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4" name="文本框 763">
            <a:extLst>
              <a:ext uri="{FF2B5EF4-FFF2-40B4-BE49-F238E27FC236}">
                <a16:creationId xmlns:a16="http://schemas.microsoft.com/office/drawing/2014/main" id="{755122F9-1FAA-207C-E617-3A0E5DB2D065}"/>
              </a:ext>
            </a:extLst>
          </p:cNvPr>
          <p:cNvSpPr txBox="1"/>
          <p:nvPr/>
        </p:nvSpPr>
        <p:spPr>
          <a:xfrm rot="16200000">
            <a:off x="5761540" y="15754015"/>
            <a:ext cx="190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Combining</a:t>
            </a:r>
          </a:p>
        </p:txBody>
      </p:sp>
    </p:spTree>
    <p:extLst>
      <p:ext uri="{BB962C8B-B14F-4D97-AF65-F5344CB8AC3E}">
        <p14:creationId xmlns:p14="http://schemas.microsoft.com/office/powerpoint/2010/main" val="121161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5108</TotalTime>
  <Words>356</Words>
  <Application>Microsoft Macintosh PowerPoint</Application>
  <PresentationFormat>自定义</PresentationFormat>
  <Paragraphs>136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Aptos</vt:lpstr>
      <vt:lpstr>Aptos Display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刘同学</dc:creator>
  <cp:lastModifiedBy>刘同学</cp:lastModifiedBy>
  <cp:revision>39</cp:revision>
  <dcterms:created xsi:type="dcterms:W3CDTF">2026-09-17T07:17:34Z</dcterms:created>
  <dcterms:modified xsi:type="dcterms:W3CDTF">2026-09-24T07:56:57Z</dcterms:modified>
</cp:coreProperties>
</file>